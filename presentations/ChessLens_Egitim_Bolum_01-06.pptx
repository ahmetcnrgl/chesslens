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3f24b85da24757" /><Relationship Type="http://schemas.openxmlformats.org/officeDocument/2006/relationships/extended-properties" Target="/docProps/app.xml" Id="Rf69bce9dd6474f70" /><Relationship Type="http://schemas.openxmlformats.org/officeDocument/2006/relationships/officeDocument" Target="/ppt/presentation.xml" Id="Rd4282473198246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13e797f8944550"/>
  </p:sldMasterIdLst>
  <p:notesMasterIdLst>
    <p:notesMasterId xmlns:r="http://schemas.openxmlformats.org/officeDocument/2006/relationships" r:id="Rc8956a0d450b47ea"/>
  </p:notesMasterIdLst>
  <p:sldIdLst>
    <p:sldId xmlns:r="http://schemas.openxmlformats.org/officeDocument/2006/relationships" id="256" r:id="R127e3532f8184d3b"/>
    <p:sldId xmlns:r="http://schemas.openxmlformats.org/officeDocument/2006/relationships" id="257" r:id="R368c3b2addab43ed"/>
    <p:sldId xmlns:r="http://schemas.openxmlformats.org/officeDocument/2006/relationships" id="258" r:id="R310977eb81d042b9"/>
    <p:sldId xmlns:r="http://schemas.openxmlformats.org/officeDocument/2006/relationships" id="259" r:id="R8795b3211b864c67"/>
    <p:sldId xmlns:r="http://schemas.openxmlformats.org/officeDocument/2006/relationships" id="260" r:id="R53b65cf829f44546"/>
    <p:sldId xmlns:r="http://schemas.openxmlformats.org/officeDocument/2006/relationships" id="261" r:id="Rd02f38bb0fea40c4"/>
    <p:sldId xmlns:r="http://schemas.openxmlformats.org/officeDocument/2006/relationships" id="262" r:id="R3b96a55491c243e9"/>
    <p:sldId xmlns:r="http://schemas.openxmlformats.org/officeDocument/2006/relationships" id="263" r:id="Re33adf2880aa49a0"/>
    <p:sldId xmlns:r="http://schemas.openxmlformats.org/officeDocument/2006/relationships" id="264" r:id="R0f7ea87d733040b7"/>
    <p:sldId xmlns:r="http://schemas.openxmlformats.org/officeDocument/2006/relationships" id="265" r:id="Rfbe2883785394155"/>
    <p:sldId xmlns:r="http://schemas.openxmlformats.org/officeDocument/2006/relationships" id="266" r:id="Rf267435d6385436c"/>
    <p:sldId xmlns:r="http://schemas.openxmlformats.org/officeDocument/2006/relationships" id="267" r:id="R99ebc42845de472a"/>
    <p:sldId xmlns:r="http://schemas.openxmlformats.org/officeDocument/2006/relationships" id="268" r:id="R9b21da6351d34669"/>
    <p:sldId xmlns:r="http://schemas.openxmlformats.org/officeDocument/2006/relationships" id="269" r:id="R494d01e6bfed4654"/>
    <p:sldId xmlns:r="http://schemas.openxmlformats.org/officeDocument/2006/relationships" id="270" r:id="Rbda395f31e4e45ef"/>
    <p:sldId xmlns:r="http://schemas.openxmlformats.org/officeDocument/2006/relationships" id="271" r:id="Ra10732d9d37e476f"/>
    <p:sldId xmlns:r="http://schemas.openxmlformats.org/officeDocument/2006/relationships" id="272" r:id="R3b6ab4e1c75046cb"/>
    <p:sldId xmlns:r="http://schemas.openxmlformats.org/officeDocument/2006/relationships" id="273" r:id="R7370c65e02ed4957"/>
    <p:sldId xmlns:r="http://schemas.openxmlformats.org/officeDocument/2006/relationships" id="274" r:id="R4b7659ed1e6f4ff3"/>
    <p:sldId xmlns:r="http://schemas.openxmlformats.org/officeDocument/2006/relationships" id="275" r:id="R3a763cca71fa4d25"/>
    <p:sldId xmlns:r="http://schemas.openxmlformats.org/officeDocument/2006/relationships" id="276" r:id="R89884a42217f4c6c"/>
    <p:sldId xmlns:r="http://schemas.openxmlformats.org/officeDocument/2006/relationships" id="277" r:id="R087cdfb7f7ce498d"/>
    <p:sldId xmlns:r="http://schemas.openxmlformats.org/officeDocument/2006/relationships" id="278" r:id="R9727a6d786144aef"/>
    <p:sldId xmlns:r="http://schemas.openxmlformats.org/officeDocument/2006/relationships" id="279" r:id="R9c4bc84c55344028"/>
    <p:sldId xmlns:r="http://schemas.openxmlformats.org/officeDocument/2006/relationships" id="280" r:id="R82bdaaf94d7a4f33"/>
    <p:sldId xmlns:r="http://schemas.openxmlformats.org/officeDocument/2006/relationships" id="281" r:id="R89e99ed277434765"/>
    <p:sldId xmlns:r="http://schemas.openxmlformats.org/officeDocument/2006/relationships" id="282" r:id="R193237cb05e54500"/>
    <p:sldId xmlns:r="http://schemas.openxmlformats.org/officeDocument/2006/relationships" id="283" r:id="R97e79352f0ba4f3a"/>
    <p:sldId xmlns:r="http://schemas.openxmlformats.org/officeDocument/2006/relationships" id="284" r:id="Reb520bf59d9443f0"/>
    <p:sldId xmlns:r="http://schemas.openxmlformats.org/officeDocument/2006/relationships" id="285" r:id="R41b0f68813ef44c3"/>
    <p:sldId xmlns:r="http://schemas.openxmlformats.org/officeDocument/2006/relationships" id="286" r:id="R4ff7774ed9b14191"/>
    <p:sldId xmlns:r="http://schemas.openxmlformats.org/officeDocument/2006/relationships" id="287" r:id="Rd178a3c7635f4bc4"/>
    <p:sldId xmlns:r="http://schemas.openxmlformats.org/officeDocument/2006/relationships" id="288" r:id="Ra7842126d6ca4d1f"/>
    <p:sldId xmlns:r="http://schemas.openxmlformats.org/officeDocument/2006/relationships" id="289" r:id="Rc25679c697944a6c"/>
    <p:sldId xmlns:r="http://schemas.openxmlformats.org/officeDocument/2006/relationships" id="290" r:id="R6c0a2bddd0634ee8"/>
    <p:sldId xmlns:r="http://schemas.openxmlformats.org/officeDocument/2006/relationships" id="291" r:id="Rbfa2e7179caa412a"/>
    <p:sldId xmlns:r="http://schemas.openxmlformats.org/officeDocument/2006/relationships" id="292" r:id="R832f35ed7dfd4104"/>
    <p:sldId xmlns:r="http://schemas.openxmlformats.org/officeDocument/2006/relationships" id="293" r:id="Rc9be6879674d471a"/>
    <p:sldId xmlns:r="http://schemas.openxmlformats.org/officeDocument/2006/relationships" id="294" r:id="Rd44bfd5e7b0d495c"/>
    <p:sldId xmlns:r="http://schemas.openxmlformats.org/officeDocument/2006/relationships" id="295" r:id="R9baa3cf4b12c4456"/>
    <p:sldId xmlns:r="http://schemas.openxmlformats.org/officeDocument/2006/relationships" id="296" r:id="Rec4a04b088054ab0"/>
    <p:sldId xmlns:r="http://schemas.openxmlformats.org/officeDocument/2006/relationships" id="297" r:id="R9b00fb2b54d846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759f2391bb4a4a" /><Relationship Type="http://schemas.openxmlformats.org/officeDocument/2006/relationships/slideMaster" Target="/ppt/slideMasters/slideMaster1.xml" Id="R5d13e797f8944550" /><Relationship Type="http://schemas.openxmlformats.org/officeDocument/2006/relationships/notesMaster" Target="/ppt/notesMasters/notesMaster1.xml" Id="Rc8956a0d450b47ea" /><Relationship Type="http://schemas.openxmlformats.org/officeDocument/2006/relationships/presProps" Target="/ppt/presProps.xml" Id="Rffcbb36859c84550" /><Relationship Type="http://schemas.openxmlformats.org/officeDocument/2006/relationships/tableStyles" Target="/ppt/tableStyles.xml" Id="Rdc90cf4e6ad64da3" /><Relationship Type="http://schemas.openxmlformats.org/officeDocument/2006/relationships/slide" Target="/ppt/slides/slide1.xml" Id="R127e3532f8184d3b" /><Relationship Type="http://schemas.openxmlformats.org/officeDocument/2006/relationships/slide" Target="/ppt/slides/slide2.xml" Id="R368c3b2addab43ed" /><Relationship Type="http://schemas.openxmlformats.org/officeDocument/2006/relationships/slide" Target="/ppt/slides/slide3.xml" Id="R310977eb81d042b9" /><Relationship Type="http://schemas.openxmlformats.org/officeDocument/2006/relationships/slide" Target="/ppt/slides/slide4.xml" Id="R8795b3211b864c67" /><Relationship Type="http://schemas.openxmlformats.org/officeDocument/2006/relationships/slide" Target="/ppt/slides/slide5.xml" Id="R53b65cf829f44546" /><Relationship Type="http://schemas.openxmlformats.org/officeDocument/2006/relationships/slide" Target="/ppt/slides/slide6.xml" Id="Rd02f38bb0fea40c4" /><Relationship Type="http://schemas.openxmlformats.org/officeDocument/2006/relationships/slide" Target="/ppt/slides/slide7.xml" Id="R3b96a55491c243e9" /><Relationship Type="http://schemas.openxmlformats.org/officeDocument/2006/relationships/slide" Target="/ppt/slides/slide8.xml" Id="Re33adf2880aa49a0" /><Relationship Type="http://schemas.openxmlformats.org/officeDocument/2006/relationships/slide" Target="/ppt/slides/slide9.xml" Id="R0f7ea87d733040b7" /><Relationship Type="http://schemas.openxmlformats.org/officeDocument/2006/relationships/slide" Target="/ppt/slides/slide10.xml" Id="Rfbe2883785394155" /><Relationship Type="http://schemas.openxmlformats.org/officeDocument/2006/relationships/slide" Target="/ppt/slides/slide11.xml" Id="Rf267435d6385436c" /><Relationship Type="http://schemas.openxmlformats.org/officeDocument/2006/relationships/slide" Target="/ppt/slides/slide12.xml" Id="R99ebc42845de472a" /><Relationship Type="http://schemas.openxmlformats.org/officeDocument/2006/relationships/slide" Target="/ppt/slides/slide13.xml" Id="R9b21da6351d34669" /><Relationship Type="http://schemas.openxmlformats.org/officeDocument/2006/relationships/slide" Target="/ppt/slides/slide14.xml" Id="R494d01e6bfed4654" /><Relationship Type="http://schemas.openxmlformats.org/officeDocument/2006/relationships/slide" Target="/ppt/slides/slide15.xml" Id="Rbda395f31e4e45ef" /><Relationship Type="http://schemas.openxmlformats.org/officeDocument/2006/relationships/slide" Target="/ppt/slides/slide16.xml" Id="Ra10732d9d37e476f" /><Relationship Type="http://schemas.openxmlformats.org/officeDocument/2006/relationships/slide" Target="/ppt/slides/slide17.xml" Id="R3b6ab4e1c75046cb" /><Relationship Type="http://schemas.openxmlformats.org/officeDocument/2006/relationships/slide" Target="/ppt/slides/slide18.xml" Id="R7370c65e02ed4957" /><Relationship Type="http://schemas.openxmlformats.org/officeDocument/2006/relationships/slide" Target="/ppt/slides/slide19.xml" Id="R4b7659ed1e6f4ff3" /><Relationship Type="http://schemas.openxmlformats.org/officeDocument/2006/relationships/slide" Target="/ppt/slides/slide20.xml" Id="R3a763cca71fa4d25" /><Relationship Type="http://schemas.openxmlformats.org/officeDocument/2006/relationships/slide" Target="/ppt/slides/slide21.xml" Id="R89884a42217f4c6c" /><Relationship Type="http://schemas.openxmlformats.org/officeDocument/2006/relationships/slide" Target="/ppt/slides/slide22.xml" Id="R087cdfb7f7ce498d" /><Relationship Type="http://schemas.openxmlformats.org/officeDocument/2006/relationships/slide" Target="/ppt/slides/slide23.xml" Id="R9727a6d786144aef" /><Relationship Type="http://schemas.openxmlformats.org/officeDocument/2006/relationships/slide" Target="/ppt/slides/slide24.xml" Id="R9c4bc84c55344028" /><Relationship Type="http://schemas.openxmlformats.org/officeDocument/2006/relationships/slide" Target="/ppt/slides/slide25.xml" Id="R82bdaaf94d7a4f33" /><Relationship Type="http://schemas.openxmlformats.org/officeDocument/2006/relationships/slide" Target="/ppt/slides/slide26.xml" Id="R89e99ed277434765" /><Relationship Type="http://schemas.openxmlformats.org/officeDocument/2006/relationships/slide" Target="/ppt/slides/slide27.xml" Id="R193237cb05e54500" /><Relationship Type="http://schemas.openxmlformats.org/officeDocument/2006/relationships/slide" Target="/ppt/slides/slide28.xml" Id="R97e79352f0ba4f3a" /><Relationship Type="http://schemas.openxmlformats.org/officeDocument/2006/relationships/slide" Target="/ppt/slides/slide29.xml" Id="Reb520bf59d9443f0" /><Relationship Type="http://schemas.openxmlformats.org/officeDocument/2006/relationships/slide" Target="/ppt/slides/slide30.xml" Id="R41b0f68813ef44c3" /><Relationship Type="http://schemas.openxmlformats.org/officeDocument/2006/relationships/slide" Target="/ppt/slides/slide31.xml" Id="R4ff7774ed9b14191" /><Relationship Type="http://schemas.openxmlformats.org/officeDocument/2006/relationships/slide" Target="/ppt/slides/slide32.xml" Id="Rd178a3c7635f4bc4" /><Relationship Type="http://schemas.openxmlformats.org/officeDocument/2006/relationships/slide" Target="/ppt/slides/slide33.xml" Id="Ra7842126d6ca4d1f" /><Relationship Type="http://schemas.openxmlformats.org/officeDocument/2006/relationships/slide" Target="/ppt/slides/slide34.xml" Id="Rc25679c697944a6c" /><Relationship Type="http://schemas.openxmlformats.org/officeDocument/2006/relationships/slide" Target="/ppt/slides/slide35.xml" Id="R6c0a2bddd0634ee8" /><Relationship Type="http://schemas.openxmlformats.org/officeDocument/2006/relationships/slide" Target="/ppt/slides/slide36.xml" Id="Rbfa2e7179caa412a" /><Relationship Type="http://schemas.openxmlformats.org/officeDocument/2006/relationships/slide" Target="/ppt/slides/slide37.xml" Id="R832f35ed7dfd4104" /><Relationship Type="http://schemas.openxmlformats.org/officeDocument/2006/relationships/slide" Target="/ppt/slides/slide38.xml" Id="Rc9be6879674d471a" /><Relationship Type="http://schemas.openxmlformats.org/officeDocument/2006/relationships/slide" Target="/ppt/slides/slide39.xml" Id="Rd44bfd5e7b0d495c" /><Relationship Type="http://schemas.openxmlformats.org/officeDocument/2006/relationships/slide" Target="/ppt/slides/slide40.xml" Id="R9baa3cf4b12c4456" /><Relationship Type="http://schemas.openxmlformats.org/officeDocument/2006/relationships/slide" Target="/ppt/slides/slide41.xml" Id="Rec4a04b088054ab0" /><Relationship Type="http://schemas.openxmlformats.org/officeDocument/2006/relationships/slide" Target="/ppt/slides/slide42.xml" Id="R9b00fb2b54d846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27426015ef4c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f99d60e423428f" /><Relationship Type="http://schemas.openxmlformats.org/officeDocument/2006/relationships/notesMaster" Target="/ppt/notesMasters/notesMaster1.xml" Id="R937f549a46ee43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0d7c061df74cc3" /><Relationship Type="http://schemas.openxmlformats.org/officeDocument/2006/relationships/notesMaster" Target="/ppt/notesMasters/notesMaster1.xml" Id="Rbbd1dc608e0a49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58a0a8d0804129" /><Relationship Type="http://schemas.openxmlformats.org/officeDocument/2006/relationships/notesMaster" Target="/ppt/notesMasters/notesMaster1.xml" Id="R5f2fb7f578d648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0201cc4a894b7f" /><Relationship Type="http://schemas.openxmlformats.org/officeDocument/2006/relationships/notesMaster" Target="/ppt/notesMasters/notesMaster1.xml" Id="R642e31dfbbe148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fc5379c198428d" /><Relationship Type="http://schemas.openxmlformats.org/officeDocument/2006/relationships/notesMaster" Target="/ppt/notesMasters/notesMaster1.xml" Id="R1f19562e2bd44c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ffa22cba714120" /><Relationship Type="http://schemas.openxmlformats.org/officeDocument/2006/relationships/notesMaster" Target="/ppt/notesMasters/notesMaster1.xml" Id="R3394ee6af29146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691ea4f5644e5b" /><Relationship Type="http://schemas.openxmlformats.org/officeDocument/2006/relationships/notesMaster" Target="/ppt/notesMasters/notesMaster1.xml" Id="Rc8c4a995d83a4f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1509e29c664324" /><Relationship Type="http://schemas.openxmlformats.org/officeDocument/2006/relationships/notesMaster" Target="/ppt/notesMasters/notesMaster1.xml" Id="R8edc7699d9294b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4d7be318364ea5" /><Relationship Type="http://schemas.openxmlformats.org/officeDocument/2006/relationships/notesMaster" Target="/ppt/notesMasters/notesMaster1.xml" Id="Rea537df7567440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1582b2a5904069" /><Relationship Type="http://schemas.openxmlformats.org/officeDocument/2006/relationships/notesMaster" Target="/ppt/notesMasters/notesMaster1.xml" Id="R790f04829fec41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e5a3909ab44e42" /><Relationship Type="http://schemas.openxmlformats.org/officeDocument/2006/relationships/notesMaster" Target="/ppt/notesMasters/notesMaster1.xml" Id="Rb4185399f05449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bebda788274849" /><Relationship Type="http://schemas.openxmlformats.org/officeDocument/2006/relationships/notesMaster" Target="/ppt/notesMasters/notesMaster1.xml" Id="R53a7074c611d43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71dae7bf1646aa" /><Relationship Type="http://schemas.openxmlformats.org/officeDocument/2006/relationships/notesMaster" Target="/ppt/notesMasters/notesMaster1.xml" Id="R1fcf262261a146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ad1e93fbdd4b39" /><Relationship Type="http://schemas.openxmlformats.org/officeDocument/2006/relationships/notesMaster" Target="/ppt/notesMasters/notesMaster1.xml" Id="Raa360469576441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ae46ca10204c8c" /><Relationship Type="http://schemas.openxmlformats.org/officeDocument/2006/relationships/notesMaster" Target="/ppt/notesMasters/notesMaster1.xml" Id="R299ec03c239646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9659f1d9ab4625" /><Relationship Type="http://schemas.openxmlformats.org/officeDocument/2006/relationships/notesMaster" Target="/ppt/notesMasters/notesMaster1.xml" Id="R0323aa8afac24a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5f6abbc8e54c51" /><Relationship Type="http://schemas.openxmlformats.org/officeDocument/2006/relationships/notesMaster" Target="/ppt/notesMasters/notesMaster1.xml" Id="Rea1d9d4d4dab46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a3cbd1720145eb" /><Relationship Type="http://schemas.openxmlformats.org/officeDocument/2006/relationships/notesMaster" Target="/ppt/notesMasters/notesMaster1.xml" Id="R951f5fbe91da49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f416c0dc714199" /><Relationship Type="http://schemas.openxmlformats.org/officeDocument/2006/relationships/notesMaster" Target="/ppt/notesMasters/notesMaster1.xml" Id="R58ce3af8a3d14e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e1fe6f02aa4e9d" /><Relationship Type="http://schemas.openxmlformats.org/officeDocument/2006/relationships/notesMaster" Target="/ppt/notesMasters/notesMaster1.xml" Id="R487279cd3bdb4f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8b2e2059ef404b" /><Relationship Type="http://schemas.openxmlformats.org/officeDocument/2006/relationships/notesMaster" Target="/ppt/notesMasters/notesMaster1.xml" Id="Rad4a736ce5ca45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3c42d450e548af" /><Relationship Type="http://schemas.openxmlformats.org/officeDocument/2006/relationships/notesMaster" Target="/ppt/notesMasters/notesMaster1.xml" Id="R4b9c743e4ec64fb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b3f181f610f463e" /><Relationship Type="http://schemas.openxmlformats.org/officeDocument/2006/relationships/notesMaster" Target="/ppt/notesMasters/notesMaster1.xml" Id="R53338b759b8d4a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405bebe55de4eaf" /><Relationship Type="http://schemas.openxmlformats.org/officeDocument/2006/relationships/notesMaster" Target="/ppt/notesMasters/notesMaster1.xml" Id="R3a616eb74bf64d9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621e914557940cc" /><Relationship Type="http://schemas.openxmlformats.org/officeDocument/2006/relationships/notesMaster" Target="/ppt/notesMasters/notesMaster1.xml" Id="R38aed12c83184aa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0a3f83d45ca4506" /><Relationship Type="http://schemas.openxmlformats.org/officeDocument/2006/relationships/notesMaster" Target="/ppt/notesMasters/notesMaster1.xml" Id="R48d22c59c8d645c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c6b54f5e3e44d05" /><Relationship Type="http://schemas.openxmlformats.org/officeDocument/2006/relationships/notesMaster" Target="/ppt/notesMasters/notesMaster1.xml" Id="Ref16e24059a14f3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8b3fb983a6140a2" /><Relationship Type="http://schemas.openxmlformats.org/officeDocument/2006/relationships/notesMaster" Target="/ppt/notesMasters/notesMaster1.xml" Id="R7fbceda5aa7e4cf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fa6a303a0de4e5a" /><Relationship Type="http://schemas.openxmlformats.org/officeDocument/2006/relationships/notesMaster" Target="/ppt/notesMasters/notesMaster1.xml" Id="R4a2d5b94b45244a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69c52b2fd804874" /><Relationship Type="http://schemas.openxmlformats.org/officeDocument/2006/relationships/notesMaster" Target="/ppt/notesMasters/notesMaster1.xml" Id="Rfa06ea4d64c2427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e50bdcf37c04eba" /><Relationship Type="http://schemas.openxmlformats.org/officeDocument/2006/relationships/notesMaster" Target="/ppt/notesMasters/notesMaster1.xml" Id="R99a619fe8de24df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41584062ace47c6" /><Relationship Type="http://schemas.openxmlformats.org/officeDocument/2006/relationships/notesMaster" Target="/ppt/notesMasters/notesMaster1.xml" Id="R32de35273ec1410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435873c999e4987" /><Relationship Type="http://schemas.openxmlformats.org/officeDocument/2006/relationships/notesMaster" Target="/ppt/notesMasters/notesMaster1.xml" Id="Rb89b786c2d71479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08be56b89674249" /><Relationship Type="http://schemas.openxmlformats.org/officeDocument/2006/relationships/notesMaster" Target="/ppt/notesMasters/notesMaster1.xml" Id="R23e7ad6d50dd43c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2099fb8a60c4bee" /><Relationship Type="http://schemas.openxmlformats.org/officeDocument/2006/relationships/notesMaster" Target="/ppt/notesMasters/notesMaster1.xml" Id="Rd975ed8fff6b415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954bb9257d14fd2" /><Relationship Type="http://schemas.openxmlformats.org/officeDocument/2006/relationships/notesMaster" Target="/ppt/notesMasters/notesMaster1.xml" Id="R1d5e0c2b01b948e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3b23bbc9fd04495" /><Relationship Type="http://schemas.openxmlformats.org/officeDocument/2006/relationships/notesMaster" Target="/ppt/notesMasters/notesMaster1.xml" Id="Rc32688019f034cc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29fb0ad447b4014" /><Relationship Type="http://schemas.openxmlformats.org/officeDocument/2006/relationships/notesMaster" Target="/ppt/notesMasters/notesMaster1.xml" Id="R9d6641bd9c104f2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dabd89ff76b4cfa" /><Relationship Type="http://schemas.openxmlformats.org/officeDocument/2006/relationships/notesMaster" Target="/ppt/notesMasters/notesMaster1.xml" Id="R677e6bd994e844f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428dcc007d0418f" /><Relationship Type="http://schemas.openxmlformats.org/officeDocument/2006/relationships/notesMaster" Target="/ppt/notesMasters/notesMaster1.xml" Id="R16b96126af2b400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c6cd2a4bd4e4b88" /><Relationship Type="http://schemas.openxmlformats.org/officeDocument/2006/relationships/notesMaster" Target="/ppt/notesMasters/notesMaster1.xml" Id="Rf3967a9313d442f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fc32fbcebd24a33" /><Relationship Type="http://schemas.openxmlformats.org/officeDocument/2006/relationships/notesMaster" Target="/ppt/notesMasters/notesMaster1.xml" Id="R8f58a64308b147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Python syntax'ını ezberletmez. Python ve FastAPI'nin AI ürünündeki sorumluluklarını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eğitimde hedef, syntax ezberi değil, kod okuma, değiştirme ve hata ayıklama yeteneğidir.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İstek akışını katmanlara ayırmak, hata ayıklama ve code review için zihinsel model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GameService burada microservice değildir. Aynı Python uygulamasındaki domain sınıfıdır.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slayt, AI tarafından yazılmış backend kodunu okurken kullanılacak pratik yöntemdir: input, state transition, external analysis,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contract, frontend ile backend arasındaki anlaşmadır. Kritik alanların kaynağı backend'dir.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2, Python syntax'ından çok servis sınırları, request lifecycle ve test edilebilirlik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bileşenlerinin farklı satranç gösterimlerini neden kullandığını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SAN, UCI ve PGN birbirinin alternatifi değildir. Her biri farklı tüketici için seçilir.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pozisyon snapshot'ıdır. Review geçmişi için SAN hamle listesi veya PGN ayrıca saklanmalıdır.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SAN bağlama bağlıdır; iki at aynı kareye gidebiliyorsa Nbf3 veya Ngf3 gibi ayrıntı eklenir. UCI makine için daha kesindir.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ChessLens'in canlı oyununda FEN yeterlidir. Geçmiş hamle incelemesi için PGN veya SAN listesi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sözleşme, frontend, domain, engine ve LLM katmanlarını birbirinden ayırır.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bölümdeki ana yetkinlik, satranç notasyonunu ezberlemek değil, veri sözleşmesini doğru katmana bağlamaktır.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bir hamle isteğinin nasıl doğrulandığını ve sistemin hata sırasında state'i korumasını inceliyoruz.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422 istek şeması hatasıdır. 400 ise istek okunabilir olduğu halde domain kuralına uymaz.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mutation, mevcut nesnenin değişmesidir. Geçersiz hamle state'i değiştirmemelidir.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Hata kodu, sorunun kaynağını ve istemcinin ne yapması gerektiğini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test hızlı ve izole olmalıdır. Harici motoru test double ile değiştirerek API davranışını ölçeriz.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 amacı satırları çalıştırmak değil, sistem davranışı hakkında güvenilir bir iddia kurmaktır.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4'ün hedefi, test ve hata yönetimini AI ürününün güvenilirlik temeli olarak anlatabilmektir.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Stockfish'i yeniden yazmıyoruz; Python servisinin UCI üzerinden Stockfish sürecini güvenilir biçimde yönetmesini öğreniyoruz.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Araçların görevini ayırmak, hallucination ve pedagojik kalite riskini sınırlar.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ayrı bir işletim sistemi sürecidir. Adapter bu sürecin yaşam döngüsünü ve çıktısını yönetir.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Adapter pattern, uygulama kodunu harici süreç API'sine bağlamadan korur. Testte fake engine bu sınırı taklit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skorları mate veya centipawn olabilir. Move analyzer önce kind alanını kontrol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Harici süreçler güvenilir varsayılmaz. Availability, timeout, concurrency ve output validation birlikte düşünülür.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5, harici AI/ML aracını üretim servisine bağlama yetkinliğini görünür kılar.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Stockfish değerlendirmesini hamle kalitesi ve pedagojik geri bildirim için nasıl işlediğimizi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analysis için before ve after evaluation gerekir. Bu, hamlenin etkisini ölçmenin temelidir.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Siyah için aynı matematik ters yönde uygulanır. Bu ayrım yapılmazsa siyahın iyi hamleleri hata gibi görünebilir.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eşikler MVP için açıklanabilir sabitlerdir. Daha sonra kullanıcı seviyesine, time control'e ve veri setine göre kalibre edilebilir.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 değerlendirmesinin anlamı centipawn'dan farklıdır. Ayrı branch kullanmak daha doğru ve açıklanabilirdir.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LLM'e ham sonuç değil, normalize edilmiş ve sınıflandırılmış bir analysis DTO'su veririz.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model çıktısını ürün davranışına çevirmek ve ölçülebilir kurallar koymak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7c3fd809d40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0478c699084a63" /><Relationship Type="http://schemas.openxmlformats.org/officeDocument/2006/relationships/slideLayout" Target="/ppt/slideLayouts/slideLayout1.xml" Id="R601f5b00f6a948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1f5b00f6a948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02680cb9042ac" /><Relationship Type="http://schemas.openxmlformats.org/officeDocument/2006/relationships/notesSlide" Target="/ppt/notesSlides/notesSlide1.xml" Id="Rb367e356352d4d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0e05b797b4e30" /><Relationship Type="http://schemas.openxmlformats.org/officeDocument/2006/relationships/notesSlide" Target="/ppt/notesSlides/notesSlide2.xml" Id="Ra8f29e248c2f41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0971a4fe54885" /><Relationship Type="http://schemas.openxmlformats.org/officeDocument/2006/relationships/notesSlide" Target="/ppt/notesSlides/notesSlide3.xml" Id="R4632d302938348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2139f68344d87" /><Relationship Type="http://schemas.openxmlformats.org/officeDocument/2006/relationships/notesSlide" Target="/ppt/notesSlides/notesSlide4.xml" Id="R04f3a4cfa95d4b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b9c1507184edb" /><Relationship Type="http://schemas.openxmlformats.org/officeDocument/2006/relationships/notesSlide" Target="/ppt/notesSlides/notesSlide5.xml" Id="R4982104714e54d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4f684eb804337" /><Relationship Type="http://schemas.openxmlformats.org/officeDocument/2006/relationships/notesSlide" Target="/ppt/notesSlides/notesSlide6.xml" Id="Re35f21bcaf0b4d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b995b77bb44c0" /><Relationship Type="http://schemas.openxmlformats.org/officeDocument/2006/relationships/notesSlide" Target="/ppt/notesSlides/notesSlide7.xml" Id="R86bd8d72301047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8a6d0b36940e6" /><Relationship Type="http://schemas.openxmlformats.org/officeDocument/2006/relationships/notesSlide" Target="/ppt/notesSlides/notesSlide8.xml" Id="Rc28f3e911d5b42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15de737c2465f" /><Relationship Type="http://schemas.openxmlformats.org/officeDocument/2006/relationships/notesSlide" Target="/ppt/notesSlides/notesSlide9.xml" Id="R44ee9cd7f62b40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47211bbba41b6" /><Relationship Type="http://schemas.openxmlformats.org/officeDocument/2006/relationships/notesSlide" Target="/ppt/notesSlides/notesSlide10.xml" Id="R309c9e3c005047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b42ee2da64c9e" /><Relationship Type="http://schemas.openxmlformats.org/officeDocument/2006/relationships/notesSlide" Target="/ppt/notesSlides/notesSlide11.xml" Id="R230a70fc65ea4c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8aabd88104ed8" /><Relationship Type="http://schemas.openxmlformats.org/officeDocument/2006/relationships/notesSlide" Target="/ppt/notesSlides/notesSlide12.xml" Id="Rf499a2debe8c4f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99cb9e19f4af2" /><Relationship Type="http://schemas.openxmlformats.org/officeDocument/2006/relationships/notesSlide" Target="/ppt/notesSlides/notesSlide13.xml" Id="R98928d83ce2b41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2edd3e207410e" /><Relationship Type="http://schemas.openxmlformats.org/officeDocument/2006/relationships/notesSlide" Target="/ppt/notesSlides/notesSlide14.xml" Id="Rfc37acc18ce54a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9f350e7384581" /><Relationship Type="http://schemas.openxmlformats.org/officeDocument/2006/relationships/notesSlide" Target="/ppt/notesSlides/notesSlide15.xml" Id="R481887d9325d49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ceef3b6214a2d" /><Relationship Type="http://schemas.openxmlformats.org/officeDocument/2006/relationships/notesSlide" Target="/ppt/notesSlides/notesSlide16.xml" Id="R1ed95579e93a4b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18873ba3247fa" /><Relationship Type="http://schemas.openxmlformats.org/officeDocument/2006/relationships/notesSlide" Target="/ppt/notesSlides/notesSlide17.xml" Id="R12568aa367af4b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08d1b8a134cc4" /><Relationship Type="http://schemas.openxmlformats.org/officeDocument/2006/relationships/notesSlide" Target="/ppt/notesSlides/notesSlide18.xml" Id="Ra65cc0c2ec7645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1d7b5fef2461c" /><Relationship Type="http://schemas.openxmlformats.org/officeDocument/2006/relationships/notesSlide" Target="/ppt/notesSlides/notesSlide19.xml" Id="R7c911b35cd8749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cdd53b93d4e41" /><Relationship Type="http://schemas.openxmlformats.org/officeDocument/2006/relationships/notesSlide" Target="/ppt/notesSlides/notesSlide20.xml" Id="R4d831601e63d41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20313da984ac2" /><Relationship Type="http://schemas.openxmlformats.org/officeDocument/2006/relationships/notesSlide" Target="/ppt/notesSlides/notesSlide21.xml" Id="R94ebf73809994cb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96d8cd7a54110" /><Relationship Type="http://schemas.openxmlformats.org/officeDocument/2006/relationships/notesSlide" Target="/ppt/notesSlides/notesSlide22.xml" Id="Rb8240f4a23c846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8f24be1d34eaf" /><Relationship Type="http://schemas.openxmlformats.org/officeDocument/2006/relationships/notesSlide" Target="/ppt/notesSlides/notesSlide23.xml" Id="Re71a45110e8f49a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fd12757924961" /><Relationship Type="http://schemas.openxmlformats.org/officeDocument/2006/relationships/notesSlide" Target="/ppt/notesSlides/notesSlide24.xml" Id="R9379b2da9f17491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bf34660c94e83" /><Relationship Type="http://schemas.openxmlformats.org/officeDocument/2006/relationships/notesSlide" Target="/ppt/notesSlides/notesSlide25.xml" Id="Rd4ac2ea4789c4c6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c3cd58e0d4e3d" /><Relationship Type="http://schemas.openxmlformats.org/officeDocument/2006/relationships/notesSlide" Target="/ppt/notesSlides/notesSlide26.xml" Id="R85254211170a46e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8de6016854b23" /><Relationship Type="http://schemas.openxmlformats.org/officeDocument/2006/relationships/notesSlide" Target="/ppt/notesSlides/notesSlide27.xml" Id="R1694bbfe1b5e47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0de39aea544d8" /><Relationship Type="http://schemas.openxmlformats.org/officeDocument/2006/relationships/notesSlide" Target="/ppt/notesSlides/notesSlide28.xml" Id="Rc574fa338fb64bf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949f5312d451b" /><Relationship Type="http://schemas.openxmlformats.org/officeDocument/2006/relationships/notesSlide" Target="/ppt/notesSlides/notesSlide29.xml" Id="Rdc607b23d242494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e305ca4b64789" /><Relationship Type="http://schemas.openxmlformats.org/officeDocument/2006/relationships/notesSlide" Target="/ppt/notesSlides/notesSlide30.xml" Id="R560267ee68e7453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ba6b7b2564614" /><Relationship Type="http://schemas.openxmlformats.org/officeDocument/2006/relationships/notesSlide" Target="/ppt/notesSlides/notesSlide31.xml" Id="R75367f58b5214a1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1a6e58d834255" /><Relationship Type="http://schemas.openxmlformats.org/officeDocument/2006/relationships/notesSlide" Target="/ppt/notesSlides/notesSlide32.xml" Id="R72cddc7294a245a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7e68383394677" /><Relationship Type="http://schemas.openxmlformats.org/officeDocument/2006/relationships/notesSlide" Target="/ppt/notesSlides/notesSlide33.xml" Id="R0a7c9c3312c5453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98ba0b8154793" /><Relationship Type="http://schemas.openxmlformats.org/officeDocument/2006/relationships/notesSlide" Target="/ppt/notesSlides/notesSlide34.xml" Id="R73df4214b7e3404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ec957bc1c497f" /><Relationship Type="http://schemas.openxmlformats.org/officeDocument/2006/relationships/notesSlide" Target="/ppt/notesSlides/notesSlide35.xml" Id="Re088698a867d420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5b9a864ac459b" /><Relationship Type="http://schemas.openxmlformats.org/officeDocument/2006/relationships/notesSlide" Target="/ppt/notesSlides/notesSlide36.xml" Id="R2f0f1d402ca341a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df7e8568f4295" /><Relationship Type="http://schemas.openxmlformats.org/officeDocument/2006/relationships/notesSlide" Target="/ppt/notesSlides/notesSlide37.xml" Id="Re596666f7990469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bd6d319d041bd" /><Relationship Type="http://schemas.openxmlformats.org/officeDocument/2006/relationships/notesSlide" Target="/ppt/notesSlides/notesSlide38.xml" Id="R32b713257ba8439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be0fe02f94888" /><Relationship Type="http://schemas.openxmlformats.org/officeDocument/2006/relationships/notesSlide" Target="/ppt/notesSlides/notesSlide39.xml" Id="R70bb0b680c7e41b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9c7c18b3d4814" /><Relationship Type="http://schemas.openxmlformats.org/officeDocument/2006/relationships/notesSlide" Target="/ppt/notesSlides/notesSlide40.xml" Id="Rbafdc464be8e4d1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5a58a220641e1" /><Relationship Type="http://schemas.openxmlformats.org/officeDocument/2006/relationships/notesSlide" Target="/ppt/notesSlides/notesSlide41.xml" Id="R8d602f2ed4fc498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2b009b3e04bb8" /><Relationship Type="http://schemas.openxmlformats.org/officeDocument/2006/relationships/notesSlide" Target="/ppt/notesSlides/notesSlide42.xml" Id="R7849bce3505142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B83D-922E-497B-81EC-1911741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1D13-A9B1-450C-88EB-B744ECD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görevi: güvenilir bir AI akışını taşıyabilmek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A8D6-E555-4E51-8A78-3866A0C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2 · Dil, servis ve veri akışı</a:t>
            </a:r>
          </a:p>
        </p:txBody>
      </p:sp>
    </p:spTree>
    <p:extLst>
      <p:ext uri="{BB962C8B-B14F-4D97-AF65-F5344CB8AC3E}">
        <p14:creationId xmlns:p14="http://schemas.microsoft.com/office/powerpoint/2010/main" val="56809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4416-5C2F-456F-BE66-6046CE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1AE9-BEEF-4298-8FA4-CE2118F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Python’da bilmen gereken seviye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1E18-6060-4EEC-8663-E21CEB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Ezberlemek gerekmeyenler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kütüphanenin tüm API’si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syntax ayrıntısı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Boilerplate kod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FastAPI seçeneği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1A2F-187F-410E-8B31-0492E35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Kontrol etmen gerekenler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Veri hangi tipte?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Fonksiyon ne üretiyor?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State nerede değişiyor?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Hata nasıl taşınıyor?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nerede yazılır?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C81B-11D3-4A50-AB82-820AD49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kod üretebilir; mühendis kodun davranışını açıklayabilmelidir.</a:t>
            </a:r>
          </a:p>
        </p:txBody>
      </p:sp>
    </p:spTree>
    <p:extLst>
      <p:ext uri="{BB962C8B-B14F-4D97-AF65-F5344CB8AC3E}">
        <p14:creationId xmlns:p14="http://schemas.microsoft.com/office/powerpoint/2010/main" val="200081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CD0F-4641-41CF-9279-F75A106C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122B-3CB9-4FF7-A2BD-8DD45E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hamle isteğinin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937-6AA0-4935-923B-FC5D213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156A-8CA3-4D52-AAC0-BC549DE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POST /api/games/{id}/moves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BAC0-8FBA-4482-95DB-5D362D2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C509-3896-4DAC-9E07-E9C7431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alanlarını ve tiplerini doğrular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893-0C7C-43BF-BE3A-8AFCC6E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1B28-7123-413D-A5E7-88263B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 bulur, sıralamayı kontrol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6571-549E-4D65-8AD0-E1E2A9E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E0BD-5222-4E48-8191-BF3574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satranç kurallarına göre uygular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E222-45D6-456A-8BA8-7D12C20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AAAA-88F8-427F-9E40-1A18F9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değerlendirir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5CAED-F194-4AE4-8B75-B9027DE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9194-4123-4D1A-AB15-7F57247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State, analysis ve coach sonucunu döner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FE48-10E9-4503-AAAC-2AF93F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katmanın tek bir anlaşılır görevi var.</a:t>
            </a:r>
          </a:p>
        </p:txBody>
      </p:sp>
    </p:spTree>
    <p:extLst>
      <p:ext uri="{BB962C8B-B14F-4D97-AF65-F5344CB8AC3E}">
        <p14:creationId xmlns:p14="http://schemas.microsoft.com/office/powerpoint/2010/main" val="141168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1A44C-253B-43F2-8532-DE41E55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6EFF-C76F-40BD-BA30-D450CF8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ve GameService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FBD6-FA5D-4979-835A-0941E8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HTTP ve JSON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Route ve status code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Request validation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Oyun kaydını bulma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Harici servisi çağırma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8378-3682-426B-BCAD-D32090E7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Tahtayı tutma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Legal move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FEN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SAN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Mat, pat, draw durumu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5FC-F943-4390-A73C-968E83A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Ayrımın sonucu: satranç kurallarını HTTP sunucusu olmadan test edebiliriz.</a:t>
            </a:r>
          </a:p>
        </p:txBody>
      </p:sp>
    </p:spTree>
    <p:extLst>
      <p:ext uri="{BB962C8B-B14F-4D97-AF65-F5344CB8AC3E}">
        <p14:creationId xmlns:p14="http://schemas.microsoft.com/office/powerpoint/2010/main" val="91473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55F6-13FF-4F35-9CB7-2575FB5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6FE-4C49-4E05-8967-95BCB65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Kod akışını okumak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057A-091B-45BB-B935-DC09FFFD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state_before = record.game.state()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gerçeğini backend’den 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D76-9E9C-4206-961E-90642B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 = record.game.play_move(body.from_, body.to, body.promotion)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doğrula ve uygula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0E3-3108-424C-AC25-8D6025B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after_analysis = await engine.analyze(record.game.board.copy(...))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analiz 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B309-D3CB-4718-AC25-EA11B88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 okurken her satırı değil, state’in nerede değiştiğini ve verinin hangi katmana gittiğini takip et.</a:t>
            </a:r>
          </a:p>
        </p:txBody>
      </p:sp>
    </p:spTree>
    <p:extLst>
      <p:ext uri="{BB962C8B-B14F-4D97-AF65-F5344CB8AC3E}">
        <p14:creationId xmlns:p14="http://schemas.microsoft.com/office/powerpoint/2010/main" val="927330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104C-59FD-4987-A5B0-BC4383F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D789-9C58-4323-899E-4263AE4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B0CB-EB4B-4E38-AE85-A90EE75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 gönderir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"from": "e2",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"to": "e4",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"promotion": null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9CC6-9693-4830-9749-A789311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Backend döner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"fen": "...",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"playedMove":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"analysis":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"coach": {...}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A997-2248-4786-9CBE-48F6227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İstemci niyet gönderir; backend FEN, legality, score ve classification üretir.</a:t>
            </a:r>
          </a:p>
        </p:txBody>
      </p:sp>
    </p:spTree>
    <p:extLst>
      <p:ext uri="{BB962C8B-B14F-4D97-AF65-F5344CB8AC3E}">
        <p14:creationId xmlns:p14="http://schemas.microsoft.com/office/powerpoint/2010/main" val="572627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E239-62BE-4F31-965A-9ABEDF1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F905-5B40-4499-AB40-261B92C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2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A3-0EB3-40F8-B906-7C71EEA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endpoint’i yalnızca çalıştırmayı değil, request’ten response’a veri akışını açıklamayı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ABD-CF48-4814-939C-E21FB11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“Transport katmanını domain mantığından ayırdım; GameService’i dış bağımlılıklar olmadan unit test edebiliyorum.”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C9CE-76FE-4048-B2FB-02F9327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FEN, SAN, UCI ve PGN veri sözleşmeleri</a:t>
            </a:r>
          </a:p>
        </p:txBody>
      </p:sp>
    </p:spTree>
    <p:extLst>
      <p:ext uri="{BB962C8B-B14F-4D97-AF65-F5344CB8AC3E}">
        <p14:creationId xmlns:p14="http://schemas.microsoft.com/office/powerpoint/2010/main" val="2018788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D49D-619E-4A7C-9602-8CBFE1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FEN, SAN, UCI ve PGN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EEE7-8373-49A6-B146-DB8C1C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oyunun dört farklı veri dili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0401-7732-4486-ABB2-DDBC9A6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3 · Pozisyon, hamle, motor ve geçmiş</a:t>
            </a:r>
          </a:p>
        </p:txBody>
      </p:sp>
    </p:spTree>
    <p:extLst>
      <p:ext uri="{BB962C8B-B14F-4D97-AF65-F5344CB8AC3E}">
        <p14:creationId xmlns:p14="http://schemas.microsoft.com/office/powerpoint/2010/main" val="1092095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1023-B25F-44BC-9E8E-0ABE181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A0ED-B3D5-47E0-A2A1-122737C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Dört formatın dört görevi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F6C99-65C1-499F-90A4-FF06E5F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3C37-6C90-4AF8-8DFC-EC283FE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Tahtanın anlık fotoğrafı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1B603-55E6-4FC1-BEE6-0A4FDA9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Stockfish’e pozisyon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4F93-1B3E-44DA-B4D5-D6BEFC3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1F7B-ADE8-4B1B-BC9D-5B809D1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İnsanın okuduğu hamle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E9A0-7B2D-426C-BA02-07A68FD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UI ve coach açıklaması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2427-98E3-4E05-B7E5-CB8EB17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2CCD-C199-4E40-BBBF-9C09CDE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Motorların hamle dili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9FFEB-BF3A-462C-B39B-B4924F7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 ↔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91B1-7E93-4CC9-B445-F1F05A5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8C0D-8E5F-4BDC-9A4F-F70B8B7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geçmiş kaydı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148D-3373-4E16-A3A7-E6C459B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Review ve dışa aktarma</a:t>
            </a:r>
          </a:p>
        </p:txBody>
      </p:sp>
    </p:spTree>
    <p:extLst>
      <p:ext uri="{BB962C8B-B14F-4D97-AF65-F5344CB8AC3E}">
        <p14:creationId xmlns:p14="http://schemas.microsoft.com/office/powerpoint/2010/main" val="1086268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B716-4275-4ACC-AFB2-098AE99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86F9-337F-4337-B04E-2C854B4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FEN: pozisyonun fotoğrafı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FD8DA-462A-4223-91C4-2A0B305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rnbqkbnr/pppppppp/8/8/PPPPPPPP/RNBQKBNR w KQkq - 0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544E-4B3B-4D2A-8977-FE112BE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B510-4BBB-495D-B8B5-B6815BF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8. sıradan 1. sıraya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F6C45-26FF-407D-B5FB-A5D7E8E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330F-1FB9-41C3-A372-0E54E1C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sıra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 veya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017D-0FA3-4DC1-B43D-242BCC1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75DA-A4EB-4D7F-9301-FDF1E36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rok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KQkq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1D6E-AF03-4817-A732-BB9FD6A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137D-34FD-4F48-B268-6A4EE6A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 passant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hedef kare veya 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5A32-CD30-418E-8DFD-14E099A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99C3E-6B24-4B3F-9BF3-ACC4914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yarım hamle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draw kuralı için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24D1D-1A3A-4CFC-84C0-515CC97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77D85-627C-4385-8F81-44AF98F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no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tam hamle sayısı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9E4D-AF14-4FF5-8707-AB14BCC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FEN mevcut konumu söyler; hamle geçmişini söylemez.</a:t>
            </a:r>
          </a:p>
        </p:txBody>
      </p:sp>
    </p:spTree>
    <p:extLst>
      <p:ext uri="{BB962C8B-B14F-4D97-AF65-F5344CB8AC3E}">
        <p14:creationId xmlns:p14="http://schemas.microsoft.com/office/powerpoint/2010/main" val="971246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2151-9C86-41C9-88C3-BEDBBD6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D994-8B99-49D4-99F6-104A443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SAN ve UCI: Nf3 ile g1f3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526C8-865D-4738-B9C5-BCBA947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İnsan odaklıdır. Tahtayı ve bağlamı kullanır. Şah, mat, taş alma ve rok sembolleri taşıyabilir.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4C33-1604-47F3-9479-109DFC1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g1f3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Makine odaklıdır. Başlangıç karesi, hedef karesi ve terfi harfi kullanır.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B64B-23D3-484F-B7E5-33CA364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hamle: SAN = Nf3 · UCI = g1f3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UCI üretir; UI genellikle SAN gösterir.</a:t>
            </a:r>
          </a:p>
        </p:txBody>
      </p:sp>
    </p:spTree>
    <p:extLst>
      <p:ext uri="{BB962C8B-B14F-4D97-AF65-F5344CB8AC3E}">
        <p14:creationId xmlns:p14="http://schemas.microsoft.com/office/powerpoint/2010/main" val="1342330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F340-AD7D-481F-9929-3F2C760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654E-19CF-4DB5-A8E3-6228AC1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PGN: oyunun geçmişi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53481-FCB6-430B-98A4-A8A0122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Şu an tahta nasıl?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bir snapshot.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Geçmişi tam olarak taşımaz.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B4022-85CB-4CAF-B218-779177A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buraya nasıl geldi?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 hamleleri, oyuncular, sonuç ve yorumlar.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A91B-7287-4D49-AC90-0B84A38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Review özelliği için FEN’in yanında hamle geçmişini de saklamalıyız.</a:t>
            </a:r>
          </a:p>
        </p:txBody>
      </p:sp>
    </p:spTree>
    <p:extLst>
      <p:ext uri="{BB962C8B-B14F-4D97-AF65-F5344CB8AC3E}">
        <p14:creationId xmlns:p14="http://schemas.microsoft.com/office/powerpoint/2010/main" val="1711723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315AA-0A52-4447-81C1-457C2B9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C4E22-F87B-41F5-A4D2-1316EA75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veri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3113-ECB9-46A6-BED3-94C49F4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474E-DFB0-4CD3-BC74-F5068C0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from/to/promotion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94E0-A3C3-4880-B04F-57BA9A3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F536F-4C79-4476-98A8-55B5884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FF580-CA90-482C-A9C5-26083C5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legal + FEN + 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C924-949E-4A45-B8F4-C43BFA0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C82E-1A0F-47E3-A8BC-E56CC14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6A5D6-67AE-47F3-BFED-60DD2F1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UCI +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D9F9-552A-4C26-92F9-34006FD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32BD-4EF6-4B5F-A162-F3B3ED1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C7CD-6E0A-4011-8D73-EB3984C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insan dili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552A-2F0E-4A44-B48E-078FF441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format doğru katmanda kullanılır; LLM hiçbir formatın doğruluk otoritesi değildir.</a:t>
            </a:r>
          </a:p>
        </p:txBody>
      </p:sp>
    </p:spTree>
    <p:extLst>
      <p:ext uri="{BB962C8B-B14F-4D97-AF65-F5344CB8AC3E}">
        <p14:creationId xmlns:p14="http://schemas.microsoft.com/office/powerpoint/2010/main" val="335433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5493F-58BE-4865-8959-5FF87EA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71092-751E-4256-84DD-C208CEE3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3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D4F9-7A2B-480D-80D1-CCCA709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mevcut pozisyonu, PGN geçmişi, SAN insan dilini, UCI ise motor dilini temsil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58C3F-EF37-4506-B7D2-1582DCF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“Motor ile UI arasında UCI/SAN dönüşümü yapıyor, oyun snapshot’ı ile hamle geçmişini ayrı veri ihtiyaçları olarak ele alıyorum.”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B30B-6852-4A6E-8ABD-728E415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Hamle doğrulama, test ve hata senaryoları</a:t>
            </a:r>
          </a:p>
        </p:txBody>
      </p:sp>
    </p:spTree>
    <p:extLst>
      <p:ext uri="{BB962C8B-B14F-4D97-AF65-F5344CB8AC3E}">
        <p14:creationId xmlns:p14="http://schemas.microsoft.com/office/powerpoint/2010/main" val="936192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13316-4163-4871-931D-31D2593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D4C7-23BC-4297-994D-62173FF0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Çalışan endpoint ile güvenilir servis arasındaki fark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DD6E-CBED-4CFF-851E-7041A4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4 · Validation, state ve hata yönetimi</a:t>
            </a:r>
          </a:p>
        </p:txBody>
      </p:sp>
    </p:spTree>
    <p:extLst>
      <p:ext uri="{BB962C8B-B14F-4D97-AF65-F5344CB8AC3E}">
        <p14:creationId xmlns:p14="http://schemas.microsoft.com/office/powerpoint/2010/main" val="3369005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03A6-6CF9-4DB9-9BA4-833E8D1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C12B-0B95-4E85-B11E-FD6308B1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İki farklı doğrulama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73AA0-5494-488E-9BFB-E071AAA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 var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from/to doğru tipte mi?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playerColor geçerli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 → HTTP 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D999B-54FB-4B94-803D-070D48B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Domain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bu pozisyonda yasal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şahını açıkta bırakıyor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bitmiş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 → HTTP 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D544-7C96-4F05-919A-DB29A88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Format doğru olabilir; hamle yine de satranç açısından yasadışı olabilir.</a:t>
            </a:r>
          </a:p>
        </p:txBody>
      </p:sp>
    </p:spTree>
    <p:extLst>
      <p:ext uri="{BB962C8B-B14F-4D97-AF65-F5344CB8AC3E}">
        <p14:creationId xmlns:p14="http://schemas.microsoft.com/office/powerpoint/2010/main" val="14881377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04AD1-CA1A-404C-A97D-3BE3A17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DA15-6916-4528-92F6-918BD28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 değişikliğinde güvenli sıra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86DB-277E-4AF7-9CC2-0F9C55F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Hamle nesnesini oluştur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D197-A500-452A-A989-5718C7F0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Legal moves içinde doğrula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43D5C-31DA-434A-90D5-6B0D1FD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 · SAN’ı eski tahtada hesapla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AF32-B635-402D-8EFF-EC453D5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Hamleyi uygula ve yeni state üret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D9125-82DA-486F-A948-6DA5E77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Doğrulama bitmeden mutation yapılmaz.</a:t>
            </a:r>
          </a:p>
        </p:txBody>
      </p:sp>
    </p:spTree>
    <p:extLst>
      <p:ext uri="{BB962C8B-B14F-4D97-AF65-F5344CB8AC3E}">
        <p14:creationId xmlns:p14="http://schemas.microsoft.com/office/powerpoint/2010/main" val="1015195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10954-7079-4AB1-AD37-1E6455A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96C5-DA6D-45A5-866F-0785386A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kodları rastgele seçilmez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2296-244D-4ECB-982F-5E3E85C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3D9DA-840E-434F-ADBD-E133BC6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şekli yanlış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D13E-8D6D-46AE-9F59-ABAC6D22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31ED7-E94F-43C1-A695-70739B1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9EF8-8C95-406F-BD41-D696530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907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yasadışı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F29F-49AC-484F-AB11-21968DA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907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19FE-9666-4A36-8831-4F1B3637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B312-5FBB-4BF3-85F5-84DF647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 bulunamadı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54934-FF19-46DA-AF68-1307825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146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833D4-3772-4401-BB4E-9014672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3277C-E39C-4926-8DCE-96DCBC7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Oyuncunun sırası değil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86089-19FD-49D0-9155-0FD40032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GameRecord/API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2E0F6-B4C2-41B8-9FC1-FAFA3C8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DA91-49CC-4537-8933-7A7AA54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yok veya erişilemiyor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86D27-FBFC-4C76-9239-8C249915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adapter</a:t>
            </a:r>
          </a:p>
        </p:txBody>
      </p:sp>
    </p:spTree>
    <p:extLst>
      <p:ext uri="{BB962C8B-B14F-4D97-AF65-F5344CB8AC3E}">
        <p14:creationId xmlns:p14="http://schemas.microsoft.com/office/powerpoint/2010/main" val="7419332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59741-3FAF-42E1-B282-5751646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A35A-A30C-400D-8D48-C2BE350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Test piramidi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598F6-3CEC-4A83-A3BA-9E0FF9F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Unit test · GameService ve move 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14673-42C6-43ED-9792-888D4F9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Integration test · FastAPI + fake engine + fake coach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B4A98-AB18-4CE4-9F47-CA1184D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628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Smoke test · gerçek server ve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CB308-8C8D-464B-B23F-60FD68A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testi gerçek Stockfish ile çalıştırmak testleri yavaş ve kırılgan yapar.</a:t>
            </a:r>
          </a:p>
        </p:txBody>
      </p:sp>
    </p:spTree>
    <p:extLst>
      <p:ext uri="{BB962C8B-B14F-4D97-AF65-F5344CB8AC3E}">
        <p14:creationId xmlns:p14="http://schemas.microsoft.com/office/powerpoint/2010/main" val="521135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3071-D724-4639-8D63-1FC965E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BE50-101A-418F-93E1-D74B87E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İyi bir test neyi kanıtlar?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B433-3B1B-4724-B9C9-E7C1AB9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def test_illegal_move_does_not_change_board():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game = GameService.new()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before = game.board.fen()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with pytest.raises(IllegalMoveError):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    game.play_move("e2", "e5")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assert game.board.fen() == 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14B63-307F-4FC5-B1EB-9D5C4A4D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Bu test yalnızca hatayı değil, hata sonrası state bütünlüğünü de kanıtlar.</a:t>
            </a:r>
          </a:p>
        </p:txBody>
      </p:sp>
    </p:spTree>
    <p:extLst>
      <p:ext uri="{BB962C8B-B14F-4D97-AF65-F5344CB8AC3E}">
        <p14:creationId xmlns:p14="http://schemas.microsoft.com/office/powerpoint/2010/main" val="4171912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AE10-D595-40F2-82ED-1D6F3B9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A26EB-BF2D-45A3-AD25-9FE5BF1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4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00926-4049-4675-BD71-85725AD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hamleyi reddedip oyunun state’ini bozmayan bir servis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141DA-4E9C-4AF8-8A11-8EE1A60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“Validation, domain error ve external dependency failure durumlarını ayrı ele alıp uygun HTTP kodlarına çeviriyorum.”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4133-F50E-4F61-8E23-0BECCAE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Stockfish adapter ve UCI motor entegrasyonu</a:t>
            </a:r>
          </a:p>
        </p:txBody>
      </p:sp>
    </p:spTree>
    <p:extLst>
      <p:ext uri="{BB962C8B-B14F-4D97-AF65-F5344CB8AC3E}">
        <p14:creationId xmlns:p14="http://schemas.microsoft.com/office/powerpoint/2010/main" val="13012880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4F7C4-6553-4CF8-B86B-E32EADBD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9B1B3-9EF3-483C-8C53-0DB3F2DE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Motoru ürüne bağlamak: süreç, protokol ve güvenilirlik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63C6-8F77-4447-A321-2FBB918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5 · UCI, evaluation ve failure handling</a:t>
            </a:r>
          </a:p>
        </p:txBody>
      </p:sp>
    </p:spTree>
    <p:extLst>
      <p:ext uri="{BB962C8B-B14F-4D97-AF65-F5344CB8AC3E}">
        <p14:creationId xmlns:p14="http://schemas.microsoft.com/office/powerpoint/2010/main" val="14028760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0CC89-5722-417A-B8AF-3330FD0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7F76-236E-423F-904C-690F05B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ve LLM’in farklı görevleri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DCEB1-5195-4A2B-8255-3B4A8E4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Pozisyonu hesaplar.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 iyi hamleyi önerir.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Skor ve principal variation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Doğruluk otoritesi.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7DD95-92DC-4EBF-8D2E-8EAB17D3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 sonucunu açıklar.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seviyesine uyarlar.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Pedagojik dil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Açıklama katmanı.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F9DD6-9F42-4328-88F9-CC7AF55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motor skorunu değiştiremez; Stockfish de pedagojik açıklama üretmek zorunda değildir.</a:t>
            </a:r>
          </a:p>
        </p:txBody>
      </p:sp>
    </p:spTree>
    <p:extLst>
      <p:ext uri="{BB962C8B-B14F-4D97-AF65-F5344CB8AC3E}">
        <p14:creationId xmlns:p14="http://schemas.microsoft.com/office/powerpoint/2010/main" val="74627046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5BB38-B978-4037-BB22-385ABD7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568D-B61C-49AA-8850-D3306BD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sürecinin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2E80-8DC8-4F03-B8BE-697DE6A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Başlat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0727-82AC-4DE3-AED4-38214C89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SimpleEngine.popen_uci(path)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AA944-8CBE-479C-AC09-655188A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Konum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8271-1B90-4457-BD79-F6C09C6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 / FEN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3C0B-1F6C-4FF1-81B3-BA1CCB99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Limit koy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86B45-6560-4033-8744-060817CC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 veya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21C2E-6214-44CE-ACD8-EAA10553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Analiz 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E0E52-84BC-4784-9DB9-2B6DCB1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engine.analyse(...)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55B44-FD57-474D-A900-7B789BD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Normalize 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8CD43-B852-4FB6-8451-955AC0D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score + bestMove + pv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A37DA-163E-4EF1-82E6-8B25221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AA7DC-5034-4498-B8CA-3787D43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engine.quit()</a:t>
            </a:r>
          </a:p>
        </p:txBody>
      </p:sp>
    </p:spTree>
    <p:extLst>
      <p:ext uri="{BB962C8B-B14F-4D97-AF65-F5344CB8AC3E}">
        <p14:creationId xmlns:p14="http://schemas.microsoft.com/office/powerpoint/2010/main" val="319208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9E369-4314-47F8-B444-0E0D308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BA4D-5BE6-4DFD-A48F-E4E072D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Adapter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26E15-5B0E-4E78-82A6-605AA2D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ne gönderir?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Stockfish’in stdout’unu veya UCI satırlarını bilmez.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46781-58C6-4C50-A57B-12652BB7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Adapter ne döner?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evaluation: {kind, value},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bestMove: "g1f3",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pv: [...]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Stabil uygulama DTO’su.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7F810-E181-4DCF-A90E-B2D6F1C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Harici aracın değişken ayrıntılarını tek bir sınırın arkasında tutuyoruz.</a:t>
            </a:r>
          </a:p>
        </p:txBody>
      </p:sp>
    </p:spTree>
    <p:extLst>
      <p:ext uri="{BB962C8B-B14F-4D97-AF65-F5344CB8AC3E}">
        <p14:creationId xmlns:p14="http://schemas.microsoft.com/office/powerpoint/2010/main" val="180499191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BAAB-4D45-4097-B825-B53AFD9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54DFD-BE14-4D8E-B397-5A9F588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Evaluation: centipawn ve 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106C8-C5FF-46E3-A322-4D519A1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 kind: "centipawn", value: 35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+0.35 piyon = küçük beyaz avantajı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Skor beyaz perspektifinden normalize edilir.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4A10B-B2A1-430F-A0FD-18597D5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 kind: "mate", value: 3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Beyaz 3 hamlede mat eder.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Negatif değer siyah lehine matı gösterir.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Mate’i cp gibi hesaplamayız.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859C5-16D7-4F38-82BF-8CCBF065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türü bilinmeden centipawn loss hesaplamak yanlış sınıflandırma üretir.</a:t>
            </a:r>
          </a:p>
        </p:txBody>
      </p:sp>
    </p:spTree>
    <p:extLst>
      <p:ext uri="{BB962C8B-B14F-4D97-AF65-F5344CB8AC3E}">
        <p14:creationId xmlns:p14="http://schemas.microsoft.com/office/powerpoint/2010/main" val="17468296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2A0ED-BE8E-427A-8154-18EF9D7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421F9-6B89-42E7-A6CC-987561A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Harici süreç güvenilirliği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2F0A-4446-4F40-99FB-FE654EFD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Dosya yok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38159-A78E-46DC-B850-5FD5B36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STOCKFISH_PATH yanlışsa 503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1392-B5BE-45C1-B9AD-B89481C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7E8A1-F236-49D0-97E5-61FD9F9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İsteği sonsuza kadar bekletme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E9612-8765-4ABF-9469-F1864A8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7B63-5022-4F69-85C1-AA8E7BA2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engine üzerinde lock/queue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D7FAE-3796-4FDB-9753-284022E1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Kapanış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4220B-4B20-48B9-9F36-7E61EBF0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kapanırken engine.quit()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5D261-6B93-4F9F-914F-D17CEC2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Yanlış çıktı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1DA0-7245-456E-B6D7-3EDD905F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005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best move tekrar legal kontrol</a:t>
            </a:r>
          </a:p>
        </p:txBody>
      </p:sp>
    </p:spTree>
    <p:extLst>
      <p:ext uri="{BB962C8B-B14F-4D97-AF65-F5344CB8AC3E}">
        <p14:creationId xmlns:p14="http://schemas.microsoft.com/office/powerpoint/2010/main" val="8098010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A7A7-80B6-4268-B21F-5FE11868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7481F-F5F4-4C30-ADE6-B11EB06D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5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A2142-DD88-4FFE-BFD4-9453E1B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Stockfish’i sadece çağırmayı değil, çıktısını normalize edip güvenilir bir uygulama sözleşmesine dönüştürmeyi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88A4E-B90A-43C4-BFEC-5FB01C10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“Stockfish’i UCI adapter arkasına aldım; mate ve centipawn skorlarını beyaz perspektifine normalize edip timeout ve legal-move kontrolleri ekledim.”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E127E-9121-4C47-B560-9ABA199A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Move analysis,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14363855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1E8B9-D460-4DCB-AEEA-47B1E677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6B172-05D6-4654-9C70-C767C1A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skorunu insan için anlamlı bir geri bildirime çevirmek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B3B3F-A12E-437B-B962-762DE1B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6 · Loss,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2107150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ADBC-6EAE-46DF-8ADA-F4F0B33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BB9D1-292A-489D-813F-6F1FB8C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analizi iki pozisyonu karşılaştırır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A9681-A59E-4E1B-8B33-72B4EB6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oynanmadan önce</a:t>
            </a:r>
          </a:p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57176-E881-472C-BE12-4ECC83F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oyuncu</a:t>
            </a:r>
          </a:p>
          <a:p xmlns:a="http://schemas.openxmlformats.org/drawingml/2006/main">
            <a:pPr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hamlesi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FD316-903D-4991-A39B-4C00EA06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oynandıktan sonra</a:t>
            </a:r>
          </a:p>
          <a:p xmlns:a="http://schemas.openxmlformats.org/drawingml/2006/main">
            <a:pPr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-0.80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3600D-CD17-4345-99CB-923E9BB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Analiz, tek başına “motor ne dedi?” değil, hamlenin konumu nasıl değiştirdiğidir.</a:t>
            </a:r>
          </a:p>
        </p:txBody>
      </p:sp>
    </p:spTree>
    <p:extLst>
      <p:ext uri="{BB962C8B-B14F-4D97-AF65-F5344CB8AC3E}">
        <p14:creationId xmlns:p14="http://schemas.microsoft.com/office/powerpoint/2010/main" val="11803739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27820-9142-4189-BEEF-C43E10CA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B9F82-107F-46D7-B52E-40C6712F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oyuncu perspektifinden hesaplanır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698D3-A638-4426-B94C-D2C7C11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Beyaz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= before −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+0.80’den +0.30’a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50 centipawn kayıp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C5C54-B63C-474A-B83D-D965B15F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Siyah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 = after −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+0.30’den +0.80’e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 centipawn kayıp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1CA8A-A6D0-4554-8916-D740337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beyaz perspektifinde tutulur; loss hesabı hamleyi yapan oyuncuya göre yön değiştirir.</a:t>
            </a:r>
          </a:p>
        </p:txBody>
      </p:sp>
    </p:spTree>
    <p:extLst>
      <p:ext uri="{BB962C8B-B14F-4D97-AF65-F5344CB8AC3E}">
        <p14:creationId xmlns:p14="http://schemas.microsoft.com/office/powerpoint/2010/main" val="10839925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EC59A-C36D-4DCA-812E-10EE218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4C2EC-BFF0-4C59-911E-56A35CAE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loss’tan hamle sınıfına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536CB-A449-4D96-90B6-578D3520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0–10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A0F1C-DC26-4958-95F3-9000F2C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56144-3D84-4536-8155-C3282AB8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çok güçlü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710A3-74D6-420C-909A-23A26E13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11–50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BB2D9-690A-4A23-8FBC-39FEB75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907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7035-4663-4866-BC1C-F8CF0A59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4A901-BA79-496C-9695-9CC16B9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51–100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E678-5043-4945-A06B-6EFBC63C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46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6006F-C3A0-4C75-B4B0-22B27B0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4EE7D-B821-4B46-9E45-7D2FFB77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101–200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B7699-7169-472E-8054-2E2B5926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mistake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D564-6DC3-4678-8529-061804D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050FF-E10E-41BF-BAA4-AE332343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201+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48869-5318-4DA9-B681-BF99CA09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624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blunder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80626-0E35-44F9-A08C-DE902AB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ciddi kayıp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58BCB-9405-45EE-A86E-922A562A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Eşikler ürün kararlarıdır; motorun doğal gerçeği değildir.</a:t>
            </a:r>
          </a:p>
        </p:txBody>
      </p:sp>
    </p:spTree>
    <p:extLst>
      <p:ext uri="{BB962C8B-B14F-4D97-AF65-F5344CB8AC3E}">
        <p14:creationId xmlns:p14="http://schemas.microsoft.com/office/powerpoint/2010/main" val="11346758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4B19B-5535-4015-B788-7A642C2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C8719-EE0A-45EC-A4B2-F8CE6EC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Mate skorları ayrı sınıflandırılır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C282B-4A6C-42AB-80BB-A9366C8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Normal skor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cp → 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hesabı yapılır.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C9E97-7141-457A-8595-8D55625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geçişi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→ cp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cp → 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blunder veya forced mate sonucu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olarak sınıflandırılır.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4D9F4-2EF1-4BE3-ADDA-91512AF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Mate’i 100000 centipawn gibi sahte bir sayıya çevirip normal loss hesabına sokmuyoruz.</a:t>
            </a:r>
          </a:p>
        </p:txBody>
      </p:sp>
    </p:spTree>
    <p:extLst>
      <p:ext uri="{BB962C8B-B14F-4D97-AF65-F5344CB8AC3E}">
        <p14:creationId xmlns:p14="http://schemas.microsoft.com/office/powerpoint/2010/main" val="18975418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D3133-D415-46D8-BA15-B30433D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9DF3-CEFB-4145-806A-1640EDA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573F7-E4A4-4A7B-ADDC-0043127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8AE9A-B808-4944-9AE0-0AC98C6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7A931-A4B9-4FF5-BF6B-1D265210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kind + value + pv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1734-8C2F-4975-80C2-095F45F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8F3A-6E74-4D37-8185-D5145D8F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Perspective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B9E90-ADF4-4006-8540-A06B7708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white / black mover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F6C14-0F32-4387-BF35-A19F01F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BCDD0-AA88-4E6D-A524-ACE6C16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C0F8A-609F-4607-B3BA-311C062F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337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loss veya mate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6BB87-DB83-4018-ACD7-25F631A8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0C768-390A-4ECD-8AAA-9F46D0D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67114-6D97-462A-9284-8D1F091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best → blunder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0EC1-5142-4A7C-B243-9392A1F1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C84BF-F049-4BD3-8E58-A26334E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4CD4F-37D6-434E-BCB7-777E179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005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validated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2102401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0CA3A-A881-4C4D-B5F0-896A70A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8A9EF-590F-4039-8C90-F647C61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6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182DD-DD2F-4BD4-AB9C-D9F6277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 motor skorunu, oyuncu perspektifine göre anlamlandırılmış ve test edilebilir bir move analysis’e çevirebilirsin.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899A-5DF1-4699-A596-2D4285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“Centipawn loss’u hamleyi yapan oyuncunun perspektifinde hesaplıyor, mate geçişlerini ayrı sınıflandırıyor ve LLM’e yalnızca doğrulanmış analysis DTO’su gönderiyorum.”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0601B-12F5-4A67-8C31-D3435554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Coach prompt, structured output ve LLM validation</a:t>
            </a:r>
          </a:p>
        </p:txBody>
      </p:sp>
    </p:spTree>
    <p:extLst>
      <p:ext uri="{BB962C8B-B14F-4D97-AF65-F5344CB8AC3E}">
        <p14:creationId xmlns:p14="http://schemas.microsoft.com/office/powerpoint/2010/main" val="1635190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2026-09-21T18:18:01.4570000Z</dcterms:created>
  <dcterms:modified xsi:type="dcterms:W3CDTF">2026-09-21T18:18:01.4570000Z</dcterms:modified>
</coreProperties>
</file>