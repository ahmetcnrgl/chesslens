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7bc9d71f9f41a4" /><Relationship Type="http://schemas.openxmlformats.org/officeDocument/2006/relationships/extended-properties" Target="/docProps/app.xml" Id="Ra8543cba2d83480c" /><Relationship Type="http://schemas.openxmlformats.org/officeDocument/2006/relationships/officeDocument" Target="/ppt/presentation.xml" Id="Ra1250fe7d19c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925878de064682"/>
  </p:sldMasterIdLst>
  <p:notesMasterIdLst>
    <p:notesMasterId xmlns:r="http://schemas.openxmlformats.org/officeDocument/2006/relationships" r:id="Re5392116a4ed4ea7"/>
  </p:notesMasterIdLst>
  <p:sldIdLst>
    <p:sldId xmlns:r="http://schemas.openxmlformats.org/officeDocument/2006/relationships" id="256" r:id="Rba93a4b8883d42fc"/>
    <p:sldId xmlns:r="http://schemas.openxmlformats.org/officeDocument/2006/relationships" id="257" r:id="Rb8f85f204b5642db"/>
    <p:sldId xmlns:r="http://schemas.openxmlformats.org/officeDocument/2006/relationships" id="258" r:id="R76081907fd8c4f16"/>
    <p:sldId xmlns:r="http://schemas.openxmlformats.org/officeDocument/2006/relationships" id="259" r:id="Racd7317b57ec4e47"/>
    <p:sldId xmlns:r="http://schemas.openxmlformats.org/officeDocument/2006/relationships" id="260" r:id="Rdb730cca4b2b4641"/>
    <p:sldId xmlns:r="http://schemas.openxmlformats.org/officeDocument/2006/relationships" id="261" r:id="R1f2d597471d243a3"/>
    <p:sldId xmlns:r="http://schemas.openxmlformats.org/officeDocument/2006/relationships" id="262" r:id="R06a87d88e35a4d07"/>
    <p:sldId xmlns:r="http://schemas.openxmlformats.org/officeDocument/2006/relationships" id="263" r:id="Rc0f28277499d49b9"/>
    <p:sldId xmlns:r="http://schemas.openxmlformats.org/officeDocument/2006/relationships" id="264" r:id="Rfef62910ae954e12"/>
    <p:sldId xmlns:r="http://schemas.openxmlformats.org/officeDocument/2006/relationships" id="265" r:id="R53b988d33c504f18"/>
    <p:sldId xmlns:r="http://schemas.openxmlformats.org/officeDocument/2006/relationships" id="266" r:id="Rcb3b347cbbd6462f"/>
    <p:sldId xmlns:r="http://schemas.openxmlformats.org/officeDocument/2006/relationships" id="267" r:id="R026edfcb538f4e36"/>
    <p:sldId xmlns:r="http://schemas.openxmlformats.org/officeDocument/2006/relationships" id="268" r:id="R331a926e3d634ba2"/>
    <p:sldId xmlns:r="http://schemas.openxmlformats.org/officeDocument/2006/relationships" id="269" r:id="Rb7fde5c715e9430c"/>
    <p:sldId xmlns:r="http://schemas.openxmlformats.org/officeDocument/2006/relationships" id="270" r:id="R2b426920d0294460"/>
    <p:sldId xmlns:r="http://schemas.openxmlformats.org/officeDocument/2006/relationships" id="271" r:id="R79d41707c09e4cc1"/>
    <p:sldId xmlns:r="http://schemas.openxmlformats.org/officeDocument/2006/relationships" id="272" r:id="Ra8c570dc7b48430e"/>
    <p:sldId xmlns:r="http://schemas.openxmlformats.org/officeDocument/2006/relationships" id="273" r:id="R781046577fa94c55"/>
    <p:sldId xmlns:r="http://schemas.openxmlformats.org/officeDocument/2006/relationships" id="274" r:id="R93cd602cb7b246e8"/>
    <p:sldId xmlns:r="http://schemas.openxmlformats.org/officeDocument/2006/relationships" id="275" r:id="R4ec63cf4fc1f4dff"/>
    <p:sldId xmlns:r="http://schemas.openxmlformats.org/officeDocument/2006/relationships" id="276" r:id="Rfcbb8fc6bb694f82"/>
    <p:sldId xmlns:r="http://schemas.openxmlformats.org/officeDocument/2006/relationships" id="277" r:id="R3fc3976526634a75"/>
    <p:sldId xmlns:r="http://schemas.openxmlformats.org/officeDocument/2006/relationships" id="278" r:id="Rf7bfb33e73f94405"/>
    <p:sldId xmlns:r="http://schemas.openxmlformats.org/officeDocument/2006/relationships" id="279" r:id="R85d2c2e2afb043e4"/>
    <p:sldId xmlns:r="http://schemas.openxmlformats.org/officeDocument/2006/relationships" id="280" r:id="R081b3849bb064902"/>
    <p:sldId xmlns:r="http://schemas.openxmlformats.org/officeDocument/2006/relationships" id="281" r:id="Rac2cbd947c65485c"/>
    <p:sldId xmlns:r="http://schemas.openxmlformats.org/officeDocument/2006/relationships" id="282" r:id="R5f6e943ce9d647fd"/>
    <p:sldId xmlns:r="http://schemas.openxmlformats.org/officeDocument/2006/relationships" id="283" r:id="R9109e4c3a8924e0f"/>
    <p:sldId xmlns:r="http://schemas.openxmlformats.org/officeDocument/2006/relationships" id="284" r:id="R79839798b18c437a"/>
    <p:sldId xmlns:r="http://schemas.openxmlformats.org/officeDocument/2006/relationships" id="285" r:id="Rcdf9daa88e764d72"/>
    <p:sldId xmlns:r="http://schemas.openxmlformats.org/officeDocument/2006/relationships" id="286" r:id="R8a0581ac191b49f8"/>
    <p:sldId xmlns:r="http://schemas.openxmlformats.org/officeDocument/2006/relationships" id="287" r:id="Rd6d076a557ed425d"/>
    <p:sldId xmlns:r="http://schemas.openxmlformats.org/officeDocument/2006/relationships" id="288" r:id="R874abb1a6a174994"/>
    <p:sldId xmlns:r="http://schemas.openxmlformats.org/officeDocument/2006/relationships" id="289" r:id="R19de9119b43749dc"/>
    <p:sldId xmlns:r="http://schemas.openxmlformats.org/officeDocument/2006/relationships" id="290" r:id="R94c7cd8a75304878"/>
    <p:sldId xmlns:r="http://schemas.openxmlformats.org/officeDocument/2006/relationships" id="291" r:id="R7572f87047cd4000"/>
    <p:sldId xmlns:r="http://schemas.openxmlformats.org/officeDocument/2006/relationships" id="292" r:id="Rbcb4ab30c478480c"/>
    <p:sldId xmlns:r="http://schemas.openxmlformats.org/officeDocument/2006/relationships" id="293" r:id="R38e9efad30e948a6"/>
    <p:sldId xmlns:r="http://schemas.openxmlformats.org/officeDocument/2006/relationships" id="294" r:id="R8f311647a5a84ce8"/>
    <p:sldId xmlns:r="http://schemas.openxmlformats.org/officeDocument/2006/relationships" id="295" r:id="R546e9d61c2a04d23"/>
    <p:sldId xmlns:r="http://schemas.openxmlformats.org/officeDocument/2006/relationships" id="296" r:id="R4bea2c7ca18748f8"/>
    <p:sldId xmlns:r="http://schemas.openxmlformats.org/officeDocument/2006/relationships" id="297" r:id="R44b66089d10f4615"/>
    <p:sldId xmlns:r="http://schemas.openxmlformats.org/officeDocument/2006/relationships" id="298" r:id="R2ac7a73264b5431e"/>
    <p:sldId xmlns:r="http://schemas.openxmlformats.org/officeDocument/2006/relationships" id="299" r:id="R76b0a9ae8f204b33"/>
    <p:sldId xmlns:r="http://schemas.openxmlformats.org/officeDocument/2006/relationships" id="300" r:id="R8def06f1a11a46b1"/>
    <p:sldId xmlns:r="http://schemas.openxmlformats.org/officeDocument/2006/relationships" id="301" r:id="R96b3642685c44ded"/>
    <p:sldId xmlns:r="http://schemas.openxmlformats.org/officeDocument/2006/relationships" id="302" r:id="Rc66d67da96604fb9"/>
    <p:sldId xmlns:r="http://schemas.openxmlformats.org/officeDocument/2006/relationships" id="303" r:id="R7f744b1218bb4b3d"/>
    <p:sldId xmlns:r="http://schemas.openxmlformats.org/officeDocument/2006/relationships" id="304" r:id="Re25ed15a66684d7c"/>
    <p:sldId xmlns:r="http://schemas.openxmlformats.org/officeDocument/2006/relationships" id="305" r:id="Rcb171ec5efbc4ade"/>
    <p:sldId xmlns:r="http://schemas.openxmlformats.org/officeDocument/2006/relationships" id="306" r:id="Rb9ce4f7685a94cdd"/>
    <p:sldId xmlns:r="http://schemas.openxmlformats.org/officeDocument/2006/relationships" id="307" r:id="Rbc2e87d920174418"/>
    <p:sldId xmlns:r="http://schemas.openxmlformats.org/officeDocument/2006/relationships" id="308" r:id="R40df7f614b774ec6"/>
    <p:sldId xmlns:r="http://schemas.openxmlformats.org/officeDocument/2006/relationships" id="309" r:id="R1a71439dc6bd46f8"/>
    <p:sldId xmlns:r="http://schemas.openxmlformats.org/officeDocument/2006/relationships" id="310" r:id="Rcf721ed090994d6e"/>
    <p:sldId xmlns:r="http://schemas.openxmlformats.org/officeDocument/2006/relationships" id="311" r:id="R88349006e0b44c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baf824ea974087" /><Relationship Type="http://schemas.openxmlformats.org/officeDocument/2006/relationships/slideMaster" Target="/ppt/slideMasters/slideMaster1.xml" Id="R16925878de064682" /><Relationship Type="http://schemas.openxmlformats.org/officeDocument/2006/relationships/notesMaster" Target="/ppt/notesMasters/notesMaster1.xml" Id="Re5392116a4ed4ea7" /><Relationship Type="http://schemas.openxmlformats.org/officeDocument/2006/relationships/presProps" Target="/ppt/presProps.xml" Id="R9c088bf56bac48fd" /><Relationship Type="http://schemas.openxmlformats.org/officeDocument/2006/relationships/tableStyles" Target="/ppt/tableStyles.xml" Id="R9ae79f57ed794db3" /><Relationship Type="http://schemas.openxmlformats.org/officeDocument/2006/relationships/slide" Target="/ppt/slides/slide1.xml" Id="Rba93a4b8883d42fc" /><Relationship Type="http://schemas.openxmlformats.org/officeDocument/2006/relationships/slide" Target="/ppt/slides/slide2.xml" Id="Rb8f85f204b5642db" /><Relationship Type="http://schemas.openxmlformats.org/officeDocument/2006/relationships/slide" Target="/ppt/slides/slide3.xml" Id="R76081907fd8c4f16" /><Relationship Type="http://schemas.openxmlformats.org/officeDocument/2006/relationships/slide" Target="/ppt/slides/slide4.xml" Id="Racd7317b57ec4e47" /><Relationship Type="http://schemas.openxmlformats.org/officeDocument/2006/relationships/slide" Target="/ppt/slides/slide5.xml" Id="Rdb730cca4b2b4641" /><Relationship Type="http://schemas.openxmlformats.org/officeDocument/2006/relationships/slide" Target="/ppt/slides/slide6.xml" Id="R1f2d597471d243a3" /><Relationship Type="http://schemas.openxmlformats.org/officeDocument/2006/relationships/slide" Target="/ppt/slides/slide7.xml" Id="R06a87d88e35a4d07" /><Relationship Type="http://schemas.openxmlformats.org/officeDocument/2006/relationships/slide" Target="/ppt/slides/slide8.xml" Id="Rc0f28277499d49b9" /><Relationship Type="http://schemas.openxmlformats.org/officeDocument/2006/relationships/slide" Target="/ppt/slides/slide9.xml" Id="Rfef62910ae954e12" /><Relationship Type="http://schemas.openxmlformats.org/officeDocument/2006/relationships/slide" Target="/ppt/slides/slide10.xml" Id="R53b988d33c504f18" /><Relationship Type="http://schemas.openxmlformats.org/officeDocument/2006/relationships/slide" Target="/ppt/slides/slide11.xml" Id="Rcb3b347cbbd6462f" /><Relationship Type="http://schemas.openxmlformats.org/officeDocument/2006/relationships/slide" Target="/ppt/slides/slide12.xml" Id="R026edfcb538f4e36" /><Relationship Type="http://schemas.openxmlformats.org/officeDocument/2006/relationships/slide" Target="/ppt/slides/slide13.xml" Id="R331a926e3d634ba2" /><Relationship Type="http://schemas.openxmlformats.org/officeDocument/2006/relationships/slide" Target="/ppt/slides/slide14.xml" Id="Rb7fde5c715e9430c" /><Relationship Type="http://schemas.openxmlformats.org/officeDocument/2006/relationships/slide" Target="/ppt/slides/slide15.xml" Id="R2b426920d0294460" /><Relationship Type="http://schemas.openxmlformats.org/officeDocument/2006/relationships/slide" Target="/ppt/slides/slide16.xml" Id="R79d41707c09e4cc1" /><Relationship Type="http://schemas.openxmlformats.org/officeDocument/2006/relationships/slide" Target="/ppt/slides/slide17.xml" Id="Ra8c570dc7b48430e" /><Relationship Type="http://schemas.openxmlformats.org/officeDocument/2006/relationships/slide" Target="/ppt/slides/slide18.xml" Id="R781046577fa94c55" /><Relationship Type="http://schemas.openxmlformats.org/officeDocument/2006/relationships/slide" Target="/ppt/slides/slide19.xml" Id="R93cd602cb7b246e8" /><Relationship Type="http://schemas.openxmlformats.org/officeDocument/2006/relationships/slide" Target="/ppt/slides/slide20.xml" Id="R4ec63cf4fc1f4dff" /><Relationship Type="http://schemas.openxmlformats.org/officeDocument/2006/relationships/slide" Target="/ppt/slides/slide21.xml" Id="Rfcbb8fc6bb694f82" /><Relationship Type="http://schemas.openxmlformats.org/officeDocument/2006/relationships/slide" Target="/ppt/slides/slide22.xml" Id="R3fc3976526634a75" /><Relationship Type="http://schemas.openxmlformats.org/officeDocument/2006/relationships/slide" Target="/ppt/slides/slide23.xml" Id="Rf7bfb33e73f94405" /><Relationship Type="http://schemas.openxmlformats.org/officeDocument/2006/relationships/slide" Target="/ppt/slides/slide24.xml" Id="R85d2c2e2afb043e4" /><Relationship Type="http://schemas.openxmlformats.org/officeDocument/2006/relationships/slide" Target="/ppt/slides/slide25.xml" Id="R081b3849bb064902" /><Relationship Type="http://schemas.openxmlformats.org/officeDocument/2006/relationships/slide" Target="/ppt/slides/slide26.xml" Id="Rac2cbd947c65485c" /><Relationship Type="http://schemas.openxmlformats.org/officeDocument/2006/relationships/slide" Target="/ppt/slides/slide27.xml" Id="R5f6e943ce9d647fd" /><Relationship Type="http://schemas.openxmlformats.org/officeDocument/2006/relationships/slide" Target="/ppt/slides/slide28.xml" Id="R9109e4c3a8924e0f" /><Relationship Type="http://schemas.openxmlformats.org/officeDocument/2006/relationships/slide" Target="/ppt/slides/slide29.xml" Id="R79839798b18c437a" /><Relationship Type="http://schemas.openxmlformats.org/officeDocument/2006/relationships/slide" Target="/ppt/slides/slide30.xml" Id="Rcdf9daa88e764d72" /><Relationship Type="http://schemas.openxmlformats.org/officeDocument/2006/relationships/slide" Target="/ppt/slides/slide31.xml" Id="R8a0581ac191b49f8" /><Relationship Type="http://schemas.openxmlformats.org/officeDocument/2006/relationships/slide" Target="/ppt/slides/slide32.xml" Id="Rd6d076a557ed425d" /><Relationship Type="http://schemas.openxmlformats.org/officeDocument/2006/relationships/slide" Target="/ppt/slides/slide33.xml" Id="R874abb1a6a174994" /><Relationship Type="http://schemas.openxmlformats.org/officeDocument/2006/relationships/slide" Target="/ppt/slides/slide34.xml" Id="R19de9119b43749dc" /><Relationship Type="http://schemas.openxmlformats.org/officeDocument/2006/relationships/slide" Target="/ppt/slides/slide35.xml" Id="R94c7cd8a75304878" /><Relationship Type="http://schemas.openxmlformats.org/officeDocument/2006/relationships/slide" Target="/ppt/slides/slide36.xml" Id="R7572f87047cd4000" /><Relationship Type="http://schemas.openxmlformats.org/officeDocument/2006/relationships/slide" Target="/ppt/slides/slide37.xml" Id="Rbcb4ab30c478480c" /><Relationship Type="http://schemas.openxmlformats.org/officeDocument/2006/relationships/slide" Target="/ppt/slides/slide38.xml" Id="R38e9efad30e948a6" /><Relationship Type="http://schemas.openxmlformats.org/officeDocument/2006/relationships/slide" Target="/ppt/slides/slide39.xml" Id="R8f311647a5a84ce8" /><Relationship Type="http://schemas.openxmlformats.org/officeDocument/2006/relationships/slide" Target="/ppt/slides/slide40.xml" Id="R546e9d61c2a04d23" /><Relationship Type="http://schemas.openxmlformats.org/officeDocument/2006/relationships/slide" Target="/ppt/slides/slide41.xml" Id="R4bea2c7ca18748f8" /><Relationship Type="http://schemas.openxmlformats.org/officeDocument/2006/relationships/slide" Target="/ppt/slides/slide42.xml" Id="R44b66089d10f4615" /><Relationship Type="http://schemas.openxmlformats.org/officeDocument/2006/relationships/slide" Target="/ppt/slides/slide43.xml" Id="R2ac7a73264b5431e" /><Relationship Type="http://schemas.openxmlformats.org/officeDocument/2006/relationships/slide" Target="/ppt/slides/slide44.xml" Id="R76b0a9ae8f204b33" /><Relationship Type="http://schemas.openxmlformats.org/officeDocument/2006/relationships/slide" Target="/ppt/slides/slide45.xml" Id="R8def06f1a11a46b1" /><Relationship Type="http://schemas.openxmlformats.org/officeDocument/2006/relationships/slide" Target="/ppt/slides/slide46.xml" Id="R96b3642685c44ded" /><Relationship Type="http://schemas.openxmlformats.org/officeDocument/2006/relationships/slide" Target="/ppt/slides/slide47.xml" Id="Rc66d67da96604fb9" /><Relationship Type="http://schemas.openxmlformats.org/officeDocument/2006/relationships/slide" Target="/ppt/slides/slide48.xml" Id="R7f744b1218bb4b3d" /><Relationship Type="http://schemas.openxmlformats.org/officeDocument/2006/relationships/slide" Target="/ppt/slides/slide49.xml" Id="Re25ed15a66684d7c" /><Relationship Type="http://schemas.openxmlformats.org/officeDocument/2006/relationships/slide" Target="/ppt/slides/slide50.xml" Id="Rcb171ec5efbc4ade" /><Relationship Type="http://schemas.openxmlformats.org/officeDocument/2006/relationships/slide" Target="/ppt/slides/slide51.xml" Id="Rb9ce4f7685a94cdd" /><Relationship Type="http://schemas.openxmlformats.org/officeDocument/2006/relationships/slide" Target="/ppt/slides/slide52.xml" Id="Rbc2e87d920174418" /><Relationship Type="http://schemas.openxmlformats.org/officeDocument/2006/relationships/slide" Target="/ppt/slides/slide53.xml" Id="R40df7f614b774ec6" /><Relationship Type="http://schemas.openxmlformats.org/officeDocument/2006/relationships/slide" Target="/ppt/slides/slide54.xml" Id="R1a71439dc6bd46f8" /><Relationship Type="http://schemas.openxmlformats.org/officeDocument/2006/relationships/slide" Target="/ppt/slides/slide55.xml" Id="Rcf721ed090994d6e" /><Relationship Type="http://schemas.openxmlformats.org/officeDocument/2006/relationships/slide" Target="/ppt/slides/slide56.xml" Id="R88349006e0b44c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ed9388b9d5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82594a45c4e20" /><Relationship Type="http://schemas.openxmlformats.org/officeDocument/2006/relationships/notesMaster" Target="/ppt/notesMasters/notesMaster1.xml" Id="Rf47b40037dc5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015bf1bd5a407d" /><Relationship Type="http://schemas.openxmlformats.org/officeDocument/2006/relationships/notesMaster" Target="/ppt/notesMasters/notesMaster1.xml" Id="Rdb1cb4a1daea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a7bb4f13ca42f1" /><Relationship Type="http://schemas.openxmlformats.org/officeDocument/2006/relationships/notesMaster" Target="/ppt/notesMasters/notesMaster1.xml" Id="R7d6993a32b1d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dc4c3a01b84b35" /><Relationship Type="http://schemas.openxmlformats.org/officeDocument/2006/relationships/notesMaster" Target="/ppt/notesMasters/notesMaster1.xml" Id="R07370468055e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11b90b11642ce" /><Relationship Type="http://schemas.openxmlformats.org/officeDocument/2006/relationships/notesMaster" Target="/ppt/notesMasters/notesMaster1.xml" Id="R589613c1c220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f06fc89bd4850" /><Relationship Type="http://schemas.openxmlformats.org/officeDocument/2006/relationships/notesMaster" Target="/ppt/notesMasters/notesMaster1.xml" Id="R5e94315f5c2c4f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cf48f5c18b4e9c" /><Relationship Type="http://schemas.openxmlformats.org/officeDocument/2006/relationships/notesMaster" Target="/ppt/notesMasters/notesMaster1.xml" Id="R2cb8a9ab6e61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0c2465197d4ba3" /><Relationship Type="http://schemas.openxmlformats.org/officeDocument/2006/relationships/notesMaster" Target="/ppt/notesMasters/notesMaster1.xml" Id="R9ad36bbb6abd4c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5e5d1b0f364ded" /><Relationship Type="http://schemas.openxmlformats.org/officeDocument/2006/relationships/notesMaster" Target="/ppt/notesMasters/notesMaster1.xml" Id="Rfdc5ea21f3794c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ccd51a43d42e9" /><Relationship Type="http://schemas.openxmlformats.org/officeDocument/2006/relationships/notesMaster" Target="/ppt/notesMasters/notesMaster1.xml" Id="Rd6f1270c092342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48ab8a2b4e44ec" /><Relationship Type="http://schemas.openxmlformats.org/officeDocument/2006/relationships/notesMaster" Target="/ppt/notesMasters/notesMaster1.xml" Id="R705ed2d9443c4e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18083903a34b2c" /><Relationship Type="http://schemas.openxmlformats.org/officeDocument/2006/relationships/notesMaster" Target="/ppt/notesMasters/notesMaster1.xml" Id="R2dad2a16346248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5b637a3e974e56" /><Relationship Type="http://schemas.openxmlformats.org/officeDocument/2006/relationships/notesMaster" Target="/ppt/notesMasters/notesMaster1.xml" Id="Rfbae1be17d0049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cc6273ae1941b1" /><Relationship Type="http://schemas.openxmlformats.org/officeDocument/2006/relationships/notesMaster" Target="/ppt/notesMasters/notesMaster1.xml" Id="Ra1cedb957d294a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402b91d45a4047" /><Relationship Type="http://schemas.openxmlformats.org/officeDocument/2006/relationships/notesMaster" Target="/ppt/notesMasters/notesMaster1.xml" Id="R54a01183533e4c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81cc73b6ad4c77" /><Relationship Type="http://schemas.openxmlformats.org/officeDocument/2006/relationships/notesMaster" Target="/ppt/notesMasters/notesMaster1.xml" Id="Rd2e50cc9b98846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d72a56d3494b17" /><Relationship Type="http://schemas.openxmlformats.org/officeDocument/2006/relationships/notesMaster" Target="/ppt/notesMasters/notesMaster1.xml" Id="Rc610bcb290f74e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3534cd51524164" /><Relationship Type="http://schemas.openxmlformats.org/officeDocument/2006/relationships/notesMaster" Target="/ppt/notesMasters/notesMaster1.xml" Id="R66a1de42638548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47ca9788454d05" /><Relationship Type="http://schemas.openxmlformats.org/officeDocument/2006/relationships/notesMaster" Target="/ppt/notesMasters/notesMaster1.xml" Id="R07441a83533f43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68a6dc02cb47cb" /><Relationship Type="http://schemas.openxmlformats.org/officeDocument/2006/relationships/notesMaster" Target="/ppt/notesMasters/notesMaster1.xml" Id="R09fabd9761854c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eb6c128bcb44ef" /><Relationship Type="http://schemas.openxmlformats.org/officeDocument/2006/relationships/notesMaster" Target="/ppt/notesMasters/notesMaster1.xml" Id="R15b363f69d8446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9541b87af34d64" /><Relationship Type="http://schemas.openxmlformats.org/officeDocument/2006/relationships/notesMaster" Target="/ppt/notesMasters/notesMaster1.xml" Id="R7e3ca4c52b3b4d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21a8fe5eb64afa" /><Relationship Type="http://schemas.openxmlformats.org/officeDocument/2006/relationships/notesMaster" Target="/ppt/notesMasters/notesMaster1.xml" Id="R5ed91e8e864542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361478609c4a3f" /><Relationship Type="http://schemas.openxmlformats.org/officeDocument/2006/relationships/notesMaster" Target="/ppt/notesMasters/notesMaster1.xml" Id="Rab3ca39137c542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1e3687f1d54bc6" /><Relationship Type="http://schemas.openxmlformats.org/officeDocument/2006/relationships/notesMaster" Target="/ppt/notesMasters/notesMaster1.xml" Id="Ra346504c1f3542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4a52f4cd214d1e" /><Relationship Type="http://schemas.openxmlformats.org/officeDocument/2006/relationships/notesMaster" Target="/ppt/notesMasters/notesMaster1.xml" Id="R84d472ad8c844b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ec69c199a54154" /><Relationship Type="http://schemas.openxmlformats.org/officeDocument/2006/relationships/notesMaster" Target="/ppt/notesMasters/notesMaster1.xml" Id="R25092d78b71649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35ad5e51834a46" /><Relationship Type="http://schemas.openxmlformats.org/officeDocument/2006/relationships/notesMaster" Target="/ppt/notesMasters/notesMaster1.xml" Id="R8ec0306c5a514cf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b89fecd01d4608" /><Relationship Type="http://schemas.openxmlformats.org/officeDocument/2006/relationships/notesMaster" Target="/ppt/notesMasters/notesMaster1.xml" Id="R6b4c4af765c44d8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2af9c7e4ac46c1" /><Relationship Type="http://schemas.openxmlformats.org/officeDocument/2006/relationships/notesMaster" Target="/ppt/notesMasters/notesMaster1.xml" Id="R2bb58a2feac542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7eafe0519f49da" /><Relationship Type="http://schemas.openxmlformats.org/officeDocument/2006/relationships/notesMaster" Target="/ppt/notesMasters/notesMaster1.xml" Id="R807c639d6f5f4b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e1442132edc4fee" /><Relationship Type="http://schemas.openxmlformats.org/officeDocument/2006/relationships/notesMaster" Target="/ppt/notesMasters/notesMaster1.xml" Id="R7f59937add0646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985f62981a3473f" /><Relationship Type="http://schemas.openxmlformats.org/officeDocument/2006/relationships/notesMaster" Target="/ppt/notesMasters/notesMaster1.xml" Id="Rb2b1d202d65943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6954b382a654e1a" /><Relationship Type="http://schemas.openxmlformats.org/officeDocument/2006/relationships/notesMaster" Target="/ppt/notesMasters/notesMaster1.xml" Id="Rcc7ab417109440f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a09559dfc834044" /><Relationship Type="http://schemas.openxmlformats.org/officeDocument/2006/relationships/notesMaster" Target="/ppt/notesMasters/notesMaster1.xml" Id="R36864826799a46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ec41de4f8f044c1" /><Relationship Type="http://schemas.openxmlformats.org/officeDocument/2006/relationships/notesMaster" Target="/ppt/notesMasters/notesMaster1.xml" Id="Rd32b9dfebdfe44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585f5a52f0405c" /><Relationship Type="http://schemas.openxmlformats.org/officeDocument/2006/relationships/notesMaster" Target="/ppt/notesMasters/notesMaster1.xml" Id="Rc54e6af4f30848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77ae19b560649a6" /><Relationship Type="http://schemas.openxmlformats.org/officeDocument/2006/relationships/notesMaster" Target="/ppt/notesMasters/notesMaster1.xml" Id="Rfd1721d6148b47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28c17044b434eee" /><Relationship Type="http://schemas.openxmlformats.org/officeDocument/2006/relationships/notesMaster" Target="/ppt/notesMasters/notesMaster1.xml" Id="R57ff631acff8407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99cdaa54d664300" /><Relationship Type="http://schemas.openxmlformats.org/officeDocument/2006/relationships/notesMaster" Target="/ppt/notesMasters/notesMaster1.xml" Id="Rd7198a8ba9854c2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e272ad60d84d5a" /><Relationship Type="http://schemas.openxmlformats.org/officeDocument/2006/relationships/notesMaster" Target="/ppt/notesMasters/notesMaster1.xml" Id="Rbfa7ae8c98734ec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91ba24dc52d4b9f" /><Relationship Type="http://schemas.openxmlformats.org/officeDocument/2006/relationships/notesMaster" Target="/ppt/notesMasters/notesMaster1.xml" Id="Rd3d034e0e60e4df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e92421e8a1c4a3a" /><Relationship Type="http://schemas.openxmlformats.org/officeDocument/2006/relationships/notesMaster" Target="/ppt/notesMasters/notesMaster1.xml" Id="R02010be75c4f4c9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a94f1ba35c4baf" /><Relationship Type="http://schemas.openxmlformats.org/officeDocument/2006/relationships/notesMaster" Target="/ppt/notesMasters/notesMaster1.xml" Id="R63d08b51332d486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b5bf5f43d54376" /><Relationship Type="http://schemas.openxmlformats.org/officeDocument/2006/relationships/notesMaster" Target="/ppt/notesMasters/notesMaster1.xml" Id="R930e61b4daa342e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763b377cd543b1" /><Relationship Type="http://schemas.openxmlformats.org/officeDocument/2006/relationships/notesMaster" Target="/ppt/notesMasters/notesMaster1.xml" Id="R01d4e22b1923451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fb0b9aa172d416e" /><Relationship Type="http://schemas.openxmlformats.org/officeDocument/2006/relationships/notesMaster" Target="/ppt/notesMasters/notesMaster1.xml" Id="Rbb6a607b11964aa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faa14868d0b4f8d" /><Relationship Type="http://schemas.openxmlformats.org/officeDocument/2006/relationships/notesMaster" Target="/ppt/notesMasters/notesMaster1.xml" Id="R9241ec6a08454bc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dd4a6dbacea4c0d" /><Relationship Type="http://schemas.openxmlformats.org/officeDocument/2006/relationships/notesMaster" Target="/ppt/notesMasters/notesMaster1.xml" Id="Re5b63bac49314cf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2d36bebc3d54216" /><Relationship Type="http://schemas.openxmlformats.org/officeDocument/2006/relationships/notesMaster" Target="/ppt/notesMasters/notesMaster1.xml" Id="R4f8e3aff0a24403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d7fd8e500a6456a" /><Relationship Type="http://schemas.openxmlformats.org/officeDocument/2006/relationships/notesMaster" Target="/ppt/notesMasters/notesMaster1.xml" Id="Re7fa292a7e57421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db4ab8751c4448b" /><Relationship Type="http://schemas.openxmlformats.org/officeDocument/2006/relationships/notesMaster" Target="/ppt/notesMasters/notesMaster1.xml" Id="R7a59ff1dc93242f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52d8d0b239042d1" /><Relationship Type="http://schemas.openxmlformats.org/officeDocument/2006/relationships/notesMaster" Target="/ppt/notesMasters/notesMaster1.xml" Id="R243b140e26604d3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78fb5abc9914910" /><Relationship Type="http://schemas.openxmlformats.org/officeDocument/2006/relationships/notesMaster" Target="/ppt/notesMasters/notesMaster1.xml" Id="R6354436fc98940b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7da5234360c419e" /><Relationship Type="http://schemas.openxmlformats.org/officeDocument/2006/relationships/notesMaster" Target="/ppt/notesMasters/notesMaster1.xml" Id="Rc97ee0ad857846c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cfe389aa6f349f3" /><Relationship Type="http://schemas.openxmlformats.org/officeDocument/2006/relationships/notesMaster" Target="/ppt/notesMasters/notesMaster1.xml" Id="R5bfc6287ab30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Siyah için aynı matematik ters yönde uygulanır. Bu ayrım yapılmazsa siyahın iyi hamleleri hata gibi görünebilir.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ürünlerinde demo başarısı ile güvenilir kalite ölçümü farklıdır. Bu bölüm evaluation yaklaşımını kurar.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modelin veya AI akışının aynı test setinde zaman içinde bozulup bozulmadığını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kaydı, engine gerçeği ile açıklama beklentisini ayırır. Böylece farklı katmanları ayrı ölçebiliriz.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quality, teknik doğruluk ve kullanıcıya yararı birlikte ele alır. Tek bir accuracy sayısı yeterli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şeyi LLM'e puanlatmak circular evaluation riski oluşturur. Deterministic checks ve insan değerlendirmesi birlikte kullanılmalıdır.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Evaluation'ı CI'a bağlamak, prompt veya model değişikliğinde kalite gerilemesini görünür yapar.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8, AI engineer'in model çağrısından kalite mühendisliğine geçişini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796d8c971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a3e6d93aa47c9" /><Relationship Type="http://schemas.openxmlformats.org/officeDocument/2006/relationships/slideLayout" Target="/ppt/slideLayouts/slideLayout1.xml" Id="R285eb069c0594a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eb069c0594a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0286207c64c9e" /><Relationship Type="http://schemas.openxmlformats.org/officeDocument/2006/relationships/notesSlide" Target="/ppt/notesSlides/notesSlide1.xml" Id="R8062818f1e6e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e57f1f8b84872" /><Relationship Type="http://schemas.openxmlformats.org/officeDocument/2006/relationships/notesSlide" Target="/ppt/notesSlides/notesSlide2.xml" Id="R218614f3e79c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77e75b48140b3" /><Relationship Type="http://schemas.openxmlformats.org/officeDocument/2006/relationships/notesSlide" Target="/ppt/notesSlides/notesSlide3.xml" Id="Rc5814b7e924b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b7f36d65745ed" /><Relationship Type="http://schemas.openxmlformats.org/officeDocument/2006/relationships/notesSlide" Target="/ppt/notesSlides/notesSlide4.xml" Id="Rbe7f8038881241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26eaf2eda4c73" /><Relationship Type="http://schemas.openxmlformats.org/officeDocument/2006/relationships/notesSlide" Target="/ppt/notesSlides/notesSlide5.xml" Id="R7ac6c45fd378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297cc979a4b36" /><Relationship Type="http://schemas.openxmlformats.org/officeDocument/2006/relationships/notesSlide" Target="/ppt/notesSlides/notesSlide6.xml" Id="Rbcc2015135b54b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570e54d054669" /><Relationship Type="http://schemas.openxmlformats.org/officeDocument/2006/relationships/notesSlide" Target="/ppt/notesSlides/notesSlide7.xml" Id="R975debb4f8ba42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af0898b2646c7" /><Relationship Type="http://schemas.openxmlformats.org/officeDocument/2006/relationships/notesSlide" Target="/ppt/notesSlides/notesSlide8.xml" Id="R1faea05842574a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136c1319c4b7a" /><Relationship Type="http://schemas.openxmlformats.org/officeDocument/2006/relationships/notesSlide" Target="/ppt/notesSlides/notesSlide9.xml" Id="R4ef92ec3a4504a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f49f5fbe945ef" /><Relationship Type="http://schemas.openxmlformats.org/officeDocument/2006/relationships/notesSlide" Target="/ppt/notesSlides/notesSlide10.xml" Id="Re15be0cd087d49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b8fe9adbf45b0" /><Relationship Type="http://schemas.openxmlformats.org/officeDocument/2006/relationships/notesSlide" Target="/ppt/notesSlides/notesSlide11.xml" Id="Rbfb30f84954a4f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59de95ce3450e" /><Relationship Type="http://schemas.openxmlformats.org/officeDocument/2006/relationships/notesSlide" Target="/ppt/notesSlides/notesSlide12.xml" Id="R9a66d439a4a74b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d18db1814b7c" /><Relationship Type="http://schemas.openxmlformats.org/officeDocument/2006/relationships/notesSlide" Target="/ppt/notesSlides/notesSlide13.xml" Id="Ra8459523837c45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28e11e67f4a99" /><Relationship Type="http://schemas.openxmlformats.org/officeDocument/2006/relationships/notesSlide" Target="/ppt/notesSlides/notesSlide14.xml" Id="Rbf26b65a20d044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63589229f46f0" /><Relationship Type="http://schemas.openxmlformats.org/officeDocument/2006/relationships/notesSlide" Target="/ppt/notesSlides/notesSlide15.xml" Id="R7611c9030a4f45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60df181264fa4" /><Relationship Type="http://schemas.openxmlformats.org/officeDocument/2006/relationships/notesSlide" Target="/ppt/notesSlides/notesSlide16.xml" Id="R2856bcb77a314c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1744412e94024" /><Relationship Type="http://schemas.openxmlformats.org/officeDocument/2006/relationships/notesSlide" Target="/ppt/notesSlides/notesSlide17.xml" Id="R7c37167ec29044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f89270bc547a6" /><Relationship Type="http://schemas.openxmlformats.org/officeDocument/2006/relationships/notesSlide" Target="/ppt/notesSlides/notesSlide18.xml" Id="Rf6269f2d873c4d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eee6b244848f3" /><Relationship Type="http://schemas.openxmlformats.org/officeDocument/2006/relationships/notesSlide" Target="/ppt/notesSlides/notesSlide19.xml" Id="R96b9c923cb8443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fbc13def240f0" /><Relationship Type="http://schemas.openxmlformats.org/officeDocument/2006/relationships/notesSlide" Target="/ppt/notesSlides/notesSlide20.xml" Id="Rc0984aba0eac48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4d322139f4d9b" /><Relationship Type="http://schemas.openxmlformats.org/officeDocument/2006/relationships/notesSlide" Target="/ppt/notesSlides/notesSlide21.xml" Id="R51b9d0f3e57a46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817a969ea4744" /><Relationship Type="http://schemas.openxmlformats.org/officeDocument/2006/relationships/notesSlide" Target="/ppt/notesSlides/notesSlide22.xml" Id="R5244c48157914f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25b1cdda7440f" /><Relationship Type="http://schemas.openxmlformats.org/officeDocument/2006/relationships/notesSlide" Target="/ppt/notesSlides/notesSlide23.xml" Id="R29fd3f1cde074c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d5edd4a564fed" /><Relationship Type="http://schemas.openxmlformats.org/officeDocument/2006/relationships/notesSlide" Target="/ppt/notesSlides/notesSlide24.xml" Id="Rf76d6d44f68d44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b60f2fd443b2" /><Relationship Type="http://schemas.openxmlformats.org/officeDocument/2006/relationships/notesSlide" Target="/ppt/notesSlides/notesSlide25.xml" Id="Rf7a956a122d145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1b536480d433e" /><Relationship Type="http://schemas.openxmlformats.org/officeDocument/2006/relationships/notesSlide" Target="/ppt/notesSlides/notesSlide26.xml" Id="Rcbcc69015ed241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b32743e80444c" /><Relationship Type="http://schemas.openxmlformats.org/officeDocument/2006/relationships/notesSlide" Target="/ppt/notesSlides/notesSlide27.xml" Id="R90a7c57f117344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601f99544b7b" /><Relationship Type="http://schemas.openxmlformats.org/officeDocument/2006/relationships/notesSlide" Target="/ppt/notesSlides/notesSlide28.xml" Id="R2a9c261fe6674c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cba2d58b74808" /><Relationship Type="http://schemas.openxmlformats.org/officeDocument/2006/relationships/notesSlide" Target="/ppt/notesSlides/notesSlide29.xml" Id="R669a7a3615b046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09fee3ba34f61" /><Relationship Type="http://schemas.openxmlformats.org/officeDocument/2006/relationships/notesSlide" Target="/ppt/notesSlides/notesSlide30.xml" Id="R707da051c5bb47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35c81ec594249" /><Relationship Type="http://schemas.openxmlformats.org/officeDocument/2006/relationships/notesSlide" Target="/ppt/notesSlides/notesSlide31.xml" Id="Rc1d98bd726b048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bce87e2734b4d" /><Relationship Type="http://schemas.openxmlformats.org/officeDocument/2006/relationships/notesSlide" Target="/ppt/notesSlides/notesSlide32.xml" Id="R977427f868e347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22d36e9fc4406" /><Relationship Type="http://schemas.openxmlformats.org/officeDocument/2006/relationships/notesSlide" Target="/ppt/notesSlides/notesSlide33.xml" Id="R09f58f32c1db4ab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1b84f7b9d48fa" /><Relationship Type="http://schemas.openxmlformats.org/officeDocument/2006/relationships/notesSlide" Target="/ppt/notesSlides/notesSlide34.xml" Id="Rf5b5bfda33d7488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b725c798f4c94" /><Relationship Type="http://schemas.openxmlformats.org/officeDocument/2006/relationships/notesSlide" Target="/ppt/notesSlides/notesSlide35.xml" Id="R1877c9b7471543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137a6781d4c67" /><Relationship Type="http://schemas.openxmlformats.org/officeDocument/2006/relationships/notesSlide" Target="/ppt/notesSlides/notesSlide36.xml" Id="Ra78e92fdd57b42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34795648d4c24" /><Relationship Type="http://schemas.openxmlformats.org/officeDocument/2006/relationships/notesSlide" Target="/ppt/notesSlides/notesSlide37.xml" Id="R14eb95dbfe764c7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63e5422aa448d" /><Relationship Type="http://schemas.openxmlformats.org/officeDocument/2006/relationships/notesSlide" Target="/ppt/notesSlides/notesSlide38.xml" Id="R18ea205bb7aa4f9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679a04a64157" /><Relationship Type="http://schemas.openxmlformats.org/officeDocument/2006/relationships/notesSlide" Target="/ppt/notesSlides/notesSlide39.xml" Id="Re2a24e62224f4b2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1c9fa40fc4bfe" /><Relationship Type="http://schemas.openxmlformats.org/officeDocument/2006/relationships/notesSlide" Target="/ppt/notesSlides/notesSlide40.xml" Id="Rdbd561e6a3bd4cd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761530e464477" /><Relationship Type="http://schemas.openxmlformats.org/officeDocument/2006/relationships/notesSlide" Target="/ppt/notesSlides/notesSlide41.xml" Id="R185c74b6aa6544e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954c41c7444e" /><Relationship Type="http://schemas.openxmlformats.org/officeDocument/2006/relationships/notesSlide" Target="/ppt/notesSlides/notesSlide42.xml" Id="R8233774168bc44b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dde16a23a49e3" /><Relationship Type="http://schemas.openxmlformats.org/officeDocument/2006/relationships/notesSlide" Target="/ppt/notesSlides/notesSlide43.xml" Id="R4d3f5752d8f945f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6e7c940d486f" /><Relationship Type="http://schemas.openxmlformats.org/officeDocument/2006/relationships/notesSlide" Target="/ppt/notesSlides/notesSlide44.xml" Id="Re0c94dd5cae1442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21387c4a74f78" /><Relationship Type="http://schemas.openxmlformats.org/officeDocument/2006/relationships/notesSlide" Target="/ppt/notesSlides/notesSlide45.xml" Id="R6cd8fe8db33b46e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f92b87bf54921" /><Relationship Type="http://schemas.openxmlformats.org/officeDocument/2006/relationships/notesSlide" Target="/ppt/notesSlides/notesSlide46.xml" Id="Ra8bac8c7c445412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d3723fde2495b" /><Relationship Type="http://schemas.openxmlformats.org/officeDocument/2006/relationships/notesSlide" Target="/ppt/notesSlides/notesSlide47.xml" Id="Rd99bc467372944d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7ce1f5adc4364" /><Relationship Type="http://schemas.openxmlformats.org/officeDocument/2006/relationships/notesSlide" Target="/ppt/notesSlides/notesSlide48.xml" Id="R792d9eba172c4a3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fc1b4638c468f" /><Relationship Type="http://schemas.openxmlformats.org/officeDocument/2006/relationships/notesSlide" Target="/ppt/notesSlides/notesSlide49.xml" Id="R53f62aa9bfe84ef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4ca1aefb94e0f" /><Relationship Type="http://schemas.openxmlformats.org/officeDocument/2006/relationships/notesSlide" Target="/ppt/notesSlides/notesSlide50.xml" Id="R4ecd5f8cc20541b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0024dc201474d" /><Relationship Type="http://schemas.openxmlformats.org/officeDocument/2006/relationships/notesSlide" Target="/ppt/notesSlides/notesSlide51.xml" Id="Rb77d6c573e524c1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7f262673b4d74" /><Relationship Type="http://schemas.openxmlformats.org/officeDocument/2006/relationships/notesSlide" Target="/ppt/notesSlides/notesSlide52.xml" Id="R10ceb9988c1e4c0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607502f2d4c20" /><Relationship Type="http://schemas.openxmlformats.org/officeDocument/2006/relationships/notesSlide" Target="/ppt/notesSlides/notesSlide53.xml" Id="R10ce3b0e27114d9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b2c3fda0f4f75" /><Relationship Type="http://schemas.openxmlformats.org/officeDocument/2006/relationships/notesSlide" Target="/ppt/notesSlides/notesSlide54.xml" Id="R7a402ea7175d48d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8d5d854554f69" /><Relationship Type="http://schemas.openxmlformats.org/officeDocument/2006/relationships/notesSlide" Target="/ppt/notesSlides/notesSlide55.xml" Id="R3946d492d449468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8b4b202904a77" /><Relationship Type="http://schemas.openxmlformats.org/officeDocument/2006/relationships/notesSlide" Target="/ppt/notesSlides/notesSlide56.xml" Id="R393a999b7f0a45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6832-E6A9-4F60-BCB0-1F5538B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sistemi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C2B7-F2D7-46C3-BB24-5CB6FC8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“Çalışıyor” demek yerine kaliteyi ölçmek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67ED-232B-455D-94CA-D404DE3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8 · Dataset, metrics ve regression</a:t>
            </a:r>
          </a:p>
        </p:txBody>
      </p:sp>
    </p:spTree>
    <p:extLst>
      <p:ext uri="{BB962C8B-B14F-4D97-AF65-F5344CB8AC3E}">
        <p14:creationId xmlns:p14="http://schemas.microsoft.com/office/powerpoint/2010/main" val="10452193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B89C-37E2-4ECC-BBC6-B1DC664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FFE7-AE57-44FF-AEAB-74BF1E0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 ile evaluation aynı şey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36D7-4E34-4226-B7D6-F288B12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pozisyonu oynattım.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Cevap güzel göründü.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örnek.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Seçim yanlılığı yüksek.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7DB3-3EC2-4AB1-A5DE-B370CF3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Tanımlı örnek seti.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Beklenen sonuç.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Tekrarlanabilir ölçüm.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Regression yakalar.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AA9B-A145-42D7-A309-60EB055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Bir örnek iyi sonuç verebilir; dataset sistemin genel davranışını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233064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575E-2FB7-4119-B62A-DFE35DC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FA1-5073-4BCD-B380-7BE1926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evaluation örneği neleri içerir?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900E-A1A0-4CE0-A913-B647014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096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id: "opening-blunder-001",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fenBefore: "...",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playedMove: "e2e4",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engineEvaluation: { kind: "centipawn", value: -80 },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expectedClass: "inaccuracy",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expectedLesson: "...",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tags: ["opening", "center"]</a:t>
            </a:r>
          </a:p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6152-DABD-44DA-960A-94B0DD1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 örneği yalnızca prompt değil, doğrulanabilir beklenen davranış taşır.</a:t>
            </a:r>
          </a:p>
        </p:txBody>
      </p:sp>
    </p:spTree>
    <p:extLst>
      <p:ext uri="{BB962C8B-B14F-4D97-AF65-F5344CB8AC3E}">
        <p14:creationId xmlns:p14="http://schemas.microsoft.com/office/powerpoint/2010/main" val="1424507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FFB-B932-4835-B579-451B47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E0FC7-C7BC-413D-9E20-EBFF7D4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Kaliteyi tek metrikle ölçemeyiz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1494-0FAB-48E9-BCE8-D0C37C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611B-DD5D-4FF7-AB30-1E834D2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 move ve score doğru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92F4-B9ED-4EB4-BD96-D4950B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5EE5-45BE-4F9E-A34F-4F1672A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doğru sınıfa dönüştü mü?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B6C0-D8EF-4B17-9491-2F6D8A1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Explanation fidelity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58D1-3A3A-436B-9175-F8EAD3E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motor sonucunu değiştirdi 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BECF-B6FE-4769-9492-09EC87E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Pedagogy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836B-A4E9-4764-8BD9-7755F03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ne yapacağını anlayabiliyor mu?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DB3-F8EA-492C-9910-9A31AF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E454-6905-4E0B-8585-E75DF1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Timeout, fallback ve schema davranışı?</a:t>
            </a:r>
          </a:p>
        </p:txBody>
      </p:sp>
    </p:spTree>
    <p:extLst>
      <p:ext uri="{BB962C8B-B14F-4D97-AF65-F5344CB8AC3E}">
        <p14:creationId xmlns:p14="http://schemas.microsoft.com/office/powerpoint/2010/main" val="1355274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557E-39EC-48B5-8047-B45D46C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149A-4162-48C6-A9B4-9F829F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Neyi otomatik, neyi insanla ölçeriz?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1A91-4ED2-4B01-B748-7F01677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doğru mu?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legal mi?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 eşiklere uyuyor mu?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schema geçerli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7A8A-3098-48CC-8C4F-5B74136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Açıklama anlaşılır mı?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Ton yargılayıcı mı?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Ders uygulanabilir mi?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seviyesine uygun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8CCC-27A2-48F6-B036-8C3A745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LLM-as-judge yardımcı olabilir; insan örneklem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230586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55505-7275-4212-9FAC-C66288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25BB-F5C4-43AE-B26C-0CA6153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 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AFAC-6992-4FD9-8000-B11166A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CAC6-398D-4C2A-91CB-6FFA60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Dataset’i sabitle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6356-0B3B-40CF-808E-B407726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version +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8C9E5-713E-4C7C-8FA7-A703F46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EF6-BB1B-4A67-980E-32A63A0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örneği çalıştır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5CAE-5848-4413-8E22-ADF38FF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+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D07E-3106-4652-98F7-70576A4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255-508F-48B8-A879-B5ACA88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Metrikleri hesapla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CCFC-A55F-4435-A6E4-D1CF92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accuracy, pass rate,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F2D8-A5C0-49E1-A4DE-901B71C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B658-CC62-4E99-A8C7-5054992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Önceki sürümle karşılaştır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9A1BE-1AFF-44E9-BD78-C696C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regression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0FC5A-8C83-460C-90DB-3D1A2EF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6507A-F5B6-47E2-BFA9-D27066A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CI’da eşik uygula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F9BA-30D3-4CEB-8E0B-CC85EF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fail veya review</a:t>
            </a:r>
          </a:p>
        </p:txBody>
      </p:sp>
    </p:spTree>
    <p:extLst>
      <p:ext uri="{BB962C8B-B14F-4D97-AF65-F5344CB8AC3E}">
        <p14:creationId xmlns:p14="http://schemas.microsoft.com/office/powerpoint/2010/main" val="419874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9794-2651-4598-B4E1-563E3F7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84EB-F750-4B31-902F-FA3DC54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8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3CBA-5360-4D24-A429-DED325E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örnek göstererek değil, tanımlı dataset ve metriklerle değerlendirebilirsin.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F4C-67A3-4E72-BF4D-2F9D930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“Engine doğruluğunu deterministic testlerle, coach kalitesini rubric ve insan örneklemiyle ölçüp regression sonuçlarını CI’da takip ederim.”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6499-6511-4B27-987B-7644227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Docker, CI/CD ve deployment</a:t>
            </a:r>
          </a:p>
        </p:txBody>
      </p:sp>
    </p:spTree>
    <p:extLst>
      <p:ext uri="{BB962C8B-B14F-4D97-AF65-F5344CB8AC3E}">
        <p14:creationId xmlns:p14="http://schemas.microsoft.com/office/powerpoint/2010/main" val="142321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2026-09-21T18:22:01.3330000Z</dcterms:created>
  <dcterms:modified xsi:type="dcterms:W3CDTF">2026-09-21T18:22:01.3330000Z</dcterms:modified>
</coreProperties>
</file>