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e6d5a35aa04c3a" /><Relationship Type="http://schemas.openxmlformats.org/officeDocument/2006/relationships/extended-properties" Target="/docProps/app.xml" Id="Rd8430297edba4fac" /><Relationship Type="http://schemas.openxmlformats.org/officeDocument/2006/relationships/officeDocument" Target="/ppt/presentation.xml" Id="R3cac36382cd440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c10c38eabf400f"/>
  </p:sldMasterIdLst>
  <p:notesMasterIdLst>
    <p:notesMasterId xmlns:r="http://schemas.openxmlformats.org/officeDocument/2006/relationships" r:id="Ra62a4b77fb2449ea"/>
  </p:notesMasterIdLst>
  <p:sldIdLst>
    <p:sldId xmlns:r="http://schemas.openxmlformats.org/officeDocument/2006/relationships" id="256" r:id="R62d2d626ac684b00"/>
    <p:sldId xmlns:r="http://schemas.openxmlformats.org/officeDocument/2006/relationships" id="257" r:id="R745059d3efec4cac"/>
    <p:sldId xmlns:r="http://schemas.openxmlformats.org/officeDocument/2006/relationships" id="258" r:id="R40481de684a64257"/>
    <p:sldId xmlns:r="http://schemas.openxmlformats.org/officeDocument/2006/relationships" id="259" r:id="R7d81dc26b2434093"/>
    <p:sldId xmlns:r="http://schemas.openxmlformats.org/officeDocument/2006/relationships" id="260" r:id="R2df116848c724c3d"/>
    <p:sldId xmlns:r="http://schemas.openxmlformats.org/officeDocument/2006/relationships" id="261" r:id="R8f109382aa9a4e1b"/>
    <p:sldId xmlns:r="http://schemas.openxmlformats.org/officeDocument/2006/relationships" id="262" r:id="R7a9bbf18fa7e4844"/>
    <p:sldId xmlns:r="http://schemas.openxmlformats.org/officeDocument/2006/relationships" id="263" r:id="Rdc4d07fd0832456c"/>
    <p:sldId xmlns:r="http://schemas.openxmlformats.org/officeDocument/2006/relationships" id="264" r:id="R3fdd7376b5a348d8"/>
    <p:sldId xmlns:r="http://schemas.openxmlformats.org/officeDocument/2006/relationships" id="265" r:id="Rd5cf277e6af24825"/>
    <p:sldId xmlns:r="http://schemas.openxmlformats.org/officeDocument/2006/relationships" id="266" r:id="R94353a5512354a2c"/>
    <p:sldId xmlns:r="http://schemas.openxmlformats.org/officeDocument/2006/relationships" id="267" r:id="R2524e41d35194849"/>
    <p:sldId xmlns:r="http://schemas.openxmlformats.org/officeDocument/2006/relationships" id="268" r:id="Rf5f09c0c525944d9"/>
    <p:sldId xmlns:r="http://schemas.openxmlformats.org/officeDocument/2006/relationships" id="269" r:id="Rb52a045e83304b9d"/>
    <p:sldId xmlns:r="http://schemas.openxmlformats.org/officeDocument/2006/relationships" id="270" r:id="R3314eacf8d1b4381"/>
    <p:sldId xmlns:r="http://schemas.openxmlformats.org/officeDocument/2006/relationships" id="271" r:id="R6973608176564d05"/>
    <p:sldId xmlns:r="http://schemas.openxmlformats.org/officeDocument/2006/relationships" id="272" r:id="R59b4de3d198b445c"/>
    <p:sldId xmlns:r="http://schemas.openxmlformats.org/officeDocument/2006/relationships" id="273" r:id="R471d35151fed4411"/>
    <p:sldId xmlns:r="http://schemas.openxmlformats.org/officeDocument/2006/relationships" id="274" r:id="R4090effa76664fe2"/>
    <p:sldId xmlns:r="http://schemas.openxmlformats.org/officeDocument/2006/relationships" id="275" r:id="R88661d81c90e4551"/>
    <p:sldId xmlns:r="http://schemas.openxmlformats.org/officeDocument/2006/relationships" id="276" r:id="R9c96785d4c1041f0"/>
    <p:sldId xmlns:r="http://schemas.openxmlformats.org/officeDocument/2006/relationships" id="277" r:id="Rcbf63a001b834d6a"/>
    <p:sldId xmlns:r="http://schemas.openxmlformats.org/officeDocument/2006/relationships" id="278" r:id="R415b55fcb1ad4e8c"/>
    <p:sldId xmlns:r="http://schemas.openxmlformats.org/officeDocument/2006/relationships" id="279" r:id="R19f7d74131994cb2"/>
    <p:sldId xmlns:r="http://schemas.openxmlformats.org/officeDocument/2006/relationships" id="280" r:id="Re8ab5e3754d948ef"/>
    <p:sldId xmlns:r="http://schemas.openxmlformats.org/officeDocument/2006/relationships" id="281" r:id="R71ad5e44af7a4488"/>
    <p:sldId xmlns:r="http://schemas.openxmlformats.org/officeDocument/2006/relationships" id="282" r:id="R4e386d2c1fa44c7d"/>
    <p:sldId xmlns:r="http://schemas.openxmlformats.org/officeDocument/2006/relationships" id="283" r:id="R14b0e82c04b04b04"/>
    <p:sldId xmlns:r="http://schemas.openxmlformats.org/officeDocument/2006/relationships" id="284" r:id="R38c528ace5874641"/>
    <p:sldId xmlns:r="http://schemas.openxmlformats.org/officeDocument/2006/relationships" id="285" r:id="R855d371a9fd64b1b"/>
    <p:sldId xmlns:r="http://schemas.openxmlformats.org/officeDocument/2006/relationships" id="286" r:id="Rf7ada300f0914a54"/>
    <p:sldId xmlns:r="http://schemas.openxmlformats.org/officeDocument/2006/relationships" id="287" r:id="R50a37ee7201f41c0"/>
    <p:sldId xmlns:r="http://schemas.openxmlformats.org/officeDocument/2006/relationships" id="288" r:id="R2cc55757cdab4d19"/>
    <p:sldId xmlns:r="http://schemas.openxmlformats.org/officeDocument/2006/relationships" id="289" r:id="Rf4f81374970c45a3"/>
    <p:sldId xmlns:r="http://schemas.openxmlformats.org/officeDocument/2006/relationships" id="290" r:id="R97e4ded03aa3484b"/>
    <p:sldId xmlns:r="http://schemas.openxmlformats.org/officeDocument/2006/relationships" id="291" r:id="Ra05509b8452c43cc"/>
    <p:sldId xmlns:r="http://schemas.openxmlformats.org/officeDocument/2006/relationships" id="292" r:id="Rb18bf645bcdc4226"/>
    <p:sldId xmlns:r="http://schemas.openxmlformats.org/officeDocument/2006/relationships" id="293" r:id="R47f255d984cc4371"/>
    <p:sldId xmlns:r="http://schemas.openxmlformats.org/officeDocument/2006/relationships" id="294" r:id="Rb0d7fb18fd6a4fdd"/>
    <p:sldId xmlns:r="http://schemas.openxmlformats.org/officeDocument/2006/relationships" id="295" r:id="R4f2dd53e8cfc4b55"/>
    <p:sldId xmlns:r="http://schemas.openxmlformats.org/officeDocument/2006/relationships" id="296" r:id="Rcc1ce8c666d14102"/>
    <p:sldId xmlns:r="http://schemas.openxmlformats.org/officeDocument/2006/relationships" id="297" r:id="Rbf192f67951b44bd"/>
    <p:sldId xmlns:r="http://schemas.openxmlformats.org/officeDocument/2006/relationships" id="298" r:id="R49c62881e69746cf"/>
    <p:sldId xmlns:r="http://schemas.openxmlformats.org/officeDocument/2006/relationships" id="299" r:id="Rb2b0a3a5539347da"/>
    <p:sldId xmlns:r="http://schemas.openxmlformats.org/officeDocument/2006/relationships" id="300" r:id="R4bfa3cddfa8d42dd"/>
    <p:sldId xmlns:r="http://schemas.openxmlformats.org/officeDocument/2006/relationships" id="301" r:id="R6674b843a06848f9"/>
    <p:sldId xmlns:r="http://schemas.openxmlformats.org/officeDocument/2006/relationships" id="302" r:id="R733cc6467bd44c22"/>
    <p:sldId xmlns:r="http://schemas.openxmlformats.org/officeDocument/2006/relationships" id="303" r:id="R6ccd1318805f4ae3"/>
    <p:sldId xmlns:r="http://schemas.openxmlformats.org/officeDocument/2006/relationships" id="304" r:id="R68f9a9686a5347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e4745612ae4bc6" /><Relationship Type="http://schemas.openxmlformats.org/officeDocument/2006/relationships/slideMaster" Target="/ppt/slideMasters/slideMaster1.xml" Id="Rf1c10c38eabf400f" /><Relationship Type="http://schemas.openxmlformats.org/officeDocument/2006/relationships/notesMaster" Target="/ppt/notesMasters/notesMaster1.xml" Id="Ra62a4b77fb2449ea" /><Relationship Type="http://schemas.openxmlformats.org/officeDocument/2006/relationships/presProps" Target="/ppt/presProps.xml" Id="R9d93312e46dd4d3f" /><Relationship Type="http://schemas.openxmlformats.org/officeDocument/2006/relationships/tableStyles" Target="/ppt/tableStyles.xml" Id="R60bdce2ee85a40ce" /><Relationship Type="http://schemas.openxmlformats.org/officeDocument/2006/relationships/slide" Target="/ppt/slides/slide1.xml" Id="R62d2d626ac684b00" /><Relationship Type="http://schemas.openxmlformats.org/officeDocument/2006/relationships/slide" Target="/ppt/slides/slide2.xml" Id="R745059d3efec4cac" /><Relationship Type="http://schemas.openxmlformats.org/officeDocument/2006/relationships/slide" Target="/ppt/slides/slide3.xml" Id="R40481de684a64257" /><Relationship Type="http://schemas.openxmlformats.org/officeDocument/2006/relationships/slide" Target="/ppt/slides/slide4.xml" Id="R7d81dc26b2434093" /><Relationship Type="http://schemas.openxmlformats.org/officeDocument/2006/relationships/slide" Target="/ppt/slides/slide5.xml" Id="R2df116848c724c3d" /><Relationship Type="http://schemas.openxmlformats.org/officeDocument/2006/relationships/slide" Target="/ppt/slides/slide6.xml" Id="R8f109382aa9a4e1b" /><Relationship Type="http://schemas.openxmlformats.org/officeDocument/2006/relationships/slide" Target="/ppt/slides/slide7.xml" Id="R7a9bbf18fa7e4844" /><Relationship Type="http://schemas.openxmlformats.org/officeDocument/2006/relationships/slide" Target="/ppt/slides/slide8.xml" Id="Rdc4d07fd0832456c" /><Relationship Type="http://schemas.openxmlformats.org/officeDocument/2006/relationships/slide" Target="/ppt/slides/slide9.xml" Id="R3fdd7376b5a348d8" /><Relationship Type="http://schemas.openxmlformats.org/officeDocument/2006/relationships/slide" Target="/ppt/slides/slide10.xml" Id="Rd5cf277e6af24825" /><Relationship Type="http://schemas.openxmlformats.org/officeDocument/2006/relationships/slide" Target="/ppt/slides/slide11.xml" Id="R94353a5512354a2c" /><Relationship Type="http://schemas.openxmlformats.org/officeDocument/2006/relationships/slide" Target="/ppt/slides/slide12.xml" Id="R2524e41d35194849" /><Relationship Type="http://schemas.openxmlformats.org/officeDocument/2006/relationships/slide" Target="/ppt/slides/slide13.xml" Id="Rf5f09c0c525944d9" /><Relationship Type="http://schemas.openxmlformats.org/officeDocument/2006/relationships/slide" Target="/ppt/slides/slide14.xml" Id="Rb52a045e83304b9d" /><Relationship Type="http://schemas.openxmlformats.org/officeDocument/2006/relationships/slide" Target="/ppt/slides/slide15.xml" Id="R3314eacf8d1b4381" /><Relationship Type="http://schemas.openxmlformats.org/officeDocument/2006/relationships/slide" Target="/ppt/slides/slide16.xml" Id="R6973608176564d05" /><Relationship Type="http://schemas.openxmlformats.org/officeDocument/2006/relationships/slide" Target="/ppt/slides/slide17.xml" Id="R59b4de3d198b445c" /><Relationship Type="http://schemas.openxmlformats.org/officeDocument/2006/relationships/slide" Target="/ppt/slides/slide18.xml" Id="R471d35151fed4411" /><Relationship Type="http://schemas.openxmlformats.org/officeDocument/2006/relationships/slide" Target="/ppt/slides/slide19.xml" Id="R4090effa76664fe2" /><Relationship Type="http://schemas.openxmlformats.org/officeDocument/2006/relationships/slide" Target="/ppt/slides/slide20.xml" Id="R88661d81c90e4551" /><Relationship Type="http://schemas.openxmlformats.org/officeDocument/2006/relationships/slide" Target="/ppt/slides/slide21.xml" Id="R9c96785d4c1041f0" /><Relationship Type="http://schemas.openxmlformats.org/officeDocument/2006/relationships/slide" Target="/ppt/slides/slide22.xml" Id="Rcbf63a001b834d6a" /><Relationship Type="http://schemas.openxmlformats.org/officeDocument/2006/relationships/slide" Target="/ppt/slides/slide23.xml" Id="R415b55fcb1ad4e8c" /><Relationship Type="http://schemas.openxmlformats.org/officeDocument/2006/relationships/slide" Target="/ppt/slides/slide24.xml" Id="R19f7d74131994cb2" /><Relationship Type="http://schemas.openxmlformats.org/officeDocument/2006/relationships/slide" Target="/ppt/slides/slide25.xml" Id="Re8ab5e3754d948ef" /><Relationship Type="http://schemas.openxmlformats.org/officeDocument/2006/relationships/slide" Target="/ppt/slides/slide26.xml" Id="R71ad5e44af7a4488" /><Relationship Type="http://schemas.openxmlformats.org/officeDocument/2006/relationships/slide" Target="/ppt/slides/slide27.xml" Id="R4e386d2c1fa44c7d" /><Relationship Type="http://schemas.openxmlformats.org/officeDocument/2006/relationships/slide" Target="/ppt/slides/slide28.xml" Id="R14b0e82c04b04b04" /><Relationship Type="http://schemas.openxmlformats.org/officeDocument/2006/relationships/slide" Target="/ppt/slides/slide29.xml" Id="R38c528ace5874641" /><Relationship Type="http://schemas.openxmlformats.org/officeDocument/2006/relationships/slide" Target="/ppt/slides/slide30.xml" Id="R855d371a9fd64b1b" /><Relationship Type="http://schemas.openxmlformats.org/officeDocument/2006/relationships/slide" Target="/ppt/slides/slide31.xml" Id="Rf7ada300f0914a54" /><Relationship Type="http://schemas.openxmlformats.org/officeDocument/2006/relationships/slide" Target="/ppt/slides/slide32.xml" Id="R50a37ee7201f41c0" /><Relationship Type="http://schemas.openxmlformats.org/officeDocument/2006/relationships/slide" Target="/ppt/slides/slide33.xml" Id="R2cc55757cdab4d19" /><Relationship Type="http://schemas.openxmlformats.org/officeDocument/2006/relationships/slide" Target="/ppt/slides/slide34.xml" Id="Rf4f81374970c45a3" /><Relationship Type="http://schemas.openxmlformats.org/officeDocument/2006/relationships/slide" Target="/ppt/slides/slide35.xml" Id="R97e4ded03aa3484b" /><Relationship Type="http://schemas.openxmlformats.org/officeDocument/2006/relationships/slide" Target="/ppt/slides/slide36.xml" Id="Ra05509b8452c43cc" /><Relationship Type="http://schemas.openxmlformats.org/officeDocument/2006/relationships/slide" Target="/ppt/slides/slide37.xml" Id="Rb18bf645bcdc4226" /><Relationship Type="http://schemas.openxmlformats.org/officeDocument/2006/relationships/slide" Target="/ppt/slides/slide38.xml" Id="R47f255d984cc4371" /><Relationship Type="http://schemas.openxmlformats.org/officeDocument/2006/relationships/slide" Target="/ppt/slides/slide39.xml" Id="Rb0d7fb18fd6a4fdd" /><Relationship Type="http://schemas.openxmlformats.org/officeDocument/2006/relationships/slide" Target="/ppt/slides/slide40.xml" Id="R4f2dd53e8cfc4b55" /><Relationship Type="http://schemas.openxmlformats.org/officeDocument/2006/relationships/slide" Target="/ppt/slides/slide41.xml" Id="Rcc1ce8c666d14102" /><Relationship Type="http://schemas.openxmlformats.org/officeDocument/2006/relationships/slide" Target="/ppt/slides/slide42.xml" Id="Rbf192f67951b44bd" /><Relationship Type="http://schemas.openxmlformats.org/officeDocument/2006/relationships/slide" Target="/ppt/slides/slide43.xml" Id="R49c62881e69746cf" /><Relationship Type="http://schemas.openxmlformats.org/officeDocument/2006/relationships/slide" Target="/ppt/slides/slide44.xml" Id="Rb2b0a3a5539347da" /><Relationship Type="http://schemas.openxmlformats.org/officeDocument/2006/relationships/slide" Target="/ppt/slides/slide45.xml" Id="R4bfa3cddfa8d42dd" /><Relationship Type="http://schemas.openxmlformats.org/officeDocument/2006/relationships/slide" Target="/ppt/slides/slide46.xml" Id="R6674b843a06848f9" /><Relationship Type="http://schemas.openxmlformats.org/officeDocument/2006/relationships/slide" Target="/ppt/slides/slide47.xml" Id="R733cc6467bd44c22" /><Relationship Type="http://schemas.openxmlformats.org/officeDocument/2006/relationships/slide" Target="/ppt/slides/slide48.xml" Id="R6ccd1318805f4ae3" /><Relationship Type="http://schemas.openxmlformats.org/officeDocument/2006/relationships/slide" Target="/ppt/slides/slide49.xml" Id="R68f9a9686a5347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029d415c9040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639bcdd21d4fb1" /><Relationship Type="http://schemas.openxmlformats.org/officeDocument/2006/relationships/notesMaster" Target="/ppt/notesMasters/notesMaster1.xml" Id="Rade2c76a2d624b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faa19b011349d1" /><Relationship Type="http://schemas.openxmlformats.org/officeDocument/2006/relationships/notesMaster" Target="/ppt/notesMasters/notesMaster1.xml" Id="R584c57dcae9c44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2aaaf5d5204515" /><Relationship Type="http://schemas.openxmlformats.org/officeDocument/2006/relationships/notesMaster" Target="/ppt/notesMasters/notesMaster1.xml" Id="Ra8bae230577440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3f3b2471db495b" /><Relationship Type="http://schemas.openxmlformats.org/officeDocument/2006/relationships/notesMaster" Target="/ppt/notesMasters/notesMaster1.xml" Id="Re909787448794e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90d504a66c457f" /><Relationship Type="http://schemas.openxmlformats.org/officeDocument/2006/relationships/notesMaster" Target="/ppt/notesMasters/notesMaster1.xml" Id="R8223cc4a3a7a49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6a288b10044650" /><Relationship Type="http://schemas.openxmlformats.org/officeDocument/2006/relationships/notesMaster" Target="/ppt/notesMasters/notesMaster1.xml" Id="R7d3690bddab149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2f36daefdf4cc0" /><Relationship Type="http://schemas.openxmlformats.org/officeDocument/2006/relationships/notesMaster" Target="/ppt/notesMasters/notesMaster1.xml" Id="R07ec8a11098640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25a2106cfe44c7" /><Relationship Type="http://schemas.openxmlformats.org/officeDocument/2006/relationships/notesMaster" Target="/ppt/notesMasters/notesMaster1.xml" Id="R282aeb087e2347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df2c1200374a51" /><Relationship Type="http://schemas.openxmlformats.org/officeDocument/2006/relationships/notesMaster" Target="/ppt/notesMasters/notesMaster1.xml" Id="R28489e096c4540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001a8995334707" /><Relationship Type="http://schemas.openxmlformats.org/officeDocument/2006/relationships/notesMaster" Target="/ppt/notesMasters/notesMaster1.xml" Id="R34675ca71a034c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922ed26bab404b" /><Relationship Type="http://schemas.openxmlformats.org/officeDocument/2006/relationships/notesMaster" Target="/ppt/notesMasters/notesMaster1.xml" Id="R31147dc5978043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0b7644ff5ab4ecc" /><Relationship Type="http://schemas.openxmlformats.org/officeDocument/2006/relationships/notesMaster" Target="/ppt/notesMasters/notesMaster1.xml" Id="Rcc3a2001fc1d474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3d2dc1348b44f84" /><Relationship Type="http://schemas.openxmlformats.org/officeDocument/2006/relationships/notesMaster" Target="/ppt/notesMasters/notesMaster1.xml" Id="Rbc574676a3e7415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4d9eb9f6e8b485f" /><Relationship Type="http://schemas.openxmlformats.org/officeDocument/2006/relationships/notesMaster" Target="/ppt/notesMasters/notesMaster1.xml" Id="R322f3f1f8cd64f0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d1a7ecfb21b4982" /><Relationship Type="http://schemas.openxmlformats.org/officeDocument/2006/relationships/notesMaster" Target="/ppt/notesMasters/notesMaster1.xml" Id="R6bc5ae415a14474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56d2a3ed662460e" /><Relationship Type="http://schemas.openxmlformats.org/officeDocument/2006/relationships/notesMaster" Target="/ppt/notesMasters/notesMaster1.xml" Id="R351cc0f6b6d2456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ca5847294d443bb" /><Relationship Type="http://schemas.openxmlformats.org/officeDocument/2006/relationships/notesMaster" Target="/ppt/notesMasters/notesMaster1.xml" Id="R09f8c449dc24461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5bbd43114614956" /><Relationship Type="http://schemas.openxmlformats.org/officeDocument/2006/relationships/notesMaster" Target="/ppt/notesMasters/notesMaster1.xml" Id="R9ebe4497a7374a8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a26793023e745df" /><Relationship Type="http://schemas.openxmlformats.org/officeDocument/2006/relationships/notesMaster" Target="/ppt/notesMasters/notesMaster1.xml" Id="R275a588ef3c04d3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f58812b76a9484c" /><Relationship Type="http://schemas.openxmlformats.org/officeDocument/2006/relationships/notesMaster" Target="/ppt/notesMasters/notesMaster1.xml" Id="Ra9bf6f68e7514ac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0f65041e6e3450b" /><Relationship Type="http://schemas.openxmlformats.org/officeDocument/2006/relationships/notesMaster" Target="/ppt/notesMasters/notesMaster1.xml" Id="R19e420e804ce450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8ad7d3d51a04d60" /><Relationship Type="http://schemas.openxmlformats.org/officeDocument/2006/relationships/notesMaster" Target="/ppt/notesMasters/notesMaster1.xml" Id="R41ad29c7298d48f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75d3f02570f4049" /><Relationship Type="http://schemas.openxmlformats.org/officeDocument/2006/relationships/notesMaster" Target="/ppt/notesMasters/notesMaster1.xml" Id="R79897d9b92b4437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38685cdd1d143dd" /><Relationship Type="http://schemas.openxmlformats.org/officeDocument/2006/relationships/notesMaster" Target="/ppt/notesMasters/notesMaster1.xml" Id="R2a074fdb09df47e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a4f138573bd43f8" /><Relationship Type="http://schemas.openxmlformats.org/officeDocument/2006/relationships/notesMaster" Target="/ppt/notesMasters/notesMaster1.xml" Id="R3b7d2eb209eb4b4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54d539df1b34ffd" /><Relationship Type="http://schemas.openxmlformats.org/officeDocument/2006/relationships/notesMaster" Target="/ppt/notesMasters/notesMaster1.xml" Id="R6a1836499d6c4d0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388a9de8d1a49d7" /><Relationship Type="http://schemas.openxmlformats.org/officeDocument/2006/relationships/notesMaster" Target="/ppt/notesMasters/notesMaster1.xml" Id="Raa8ff3210374472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16b7676c85941e2" /><Relationship Type="http://schemas.openxmlformats.org/officeDocument/2006/relationships/notesMaster" Target="/ppt/notesMasters/notesMaster1.xml" Id="Rf1f1b6f44db2433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736d7638eab4284" /><Relationship Type="http://schemas.openxmlformats.org/officeDocument/2006/relationships/notesMaster" Target="/ppt/notesMasters/notesMaster1.xml" Id="R4b9f1cc30117438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86dcfeb9ed44c15" /><Relationship Type="http://schemas.openxmlformats.org/officeDocument/2006/relationships/notesMaster" Target="/ppt/notesMasters/notesMaster1.xml" Id="R74bb1dde85b54b7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be8821953bf4e90" /><Relationship Type="http://schemas.openxmlformats.org/officeDocument/2006/relationships/notesMaster" Target="/ppt/notesMasters/notesMaster1.xml" Id="R23638657cbe744f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bce127ce3b34897" /><Relationship Type="http://schemas.openxmlformats.org/officeDocument/2006/relationships/notesMaster" Target="/ppt/notesMasters/notesMaster1.xml" Id="R2f85b193addc4e4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12c0ba2735a45d9" /><Relationship Type="http://schemas.openxmlformats.org/officeDocument/2006/relationships/notesMaster" Target="/ppt/notesMasters/notesMaster1.xml" Id="R2863b945f8df48b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cf9522b48394c88" /><Relationship Type="http://schemas.openxmlformats.org/officeDocument/2006/relationships/notesMaster" Target="/ppt/notesMasters/notesMaster1.xml" Id="R32305059b60d4b1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e8683a58db442aa" /><Relationship Type="http://schemas.openxmlformats.org/officeDocument/2006/relationships/notesMaster" Target="/ppt/notesMasters/notesMaster1.xml" Id="Rdcd2ccf671f345d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3abb5a8ebef47df" /><Relationship Type="http://schemas.openxmlformats.org/officeDocument/2006/relationships/notesMaster" Target="/ppt/notesMasters/notesMaster1.xml" Id="R3c30fbbad6e64f6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47b5235d8fb43ff" /><Relationship Type="http://schemas.openxmlformats.org/officeDocument/2006/relationships/notesMaster" Target="/ppt/notesMasters/notesMaster1.xml" Id="R6246811178b6403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46a63ab9c7b48ef" /><Relationship Type="http://schemas.openxmlformats.org/officeDocument/2006/relationships/notesMaster" Target="/ppt/notesMasters/notesMaster1.xml" Id="R3f6345e1924a4bf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fa11df6b57f49fb" /><Relationship Type="http://schemas.openxmlformats.org/officeDocument/2006/relationships/notesMaster" Target="/ppt/notesMasters/notesMaster1.xml" Id="Raebebc18f7904f0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09c29dfe022472e" /><Relationship Type="http://schemas.openxmlformats.org/officeDocument/2006/relationships/notesMaster" Target="/ppt/notesMasters/notesMaster1.xml" Id="R3887d6b585cc464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01c33ba15c748b1" /><Relationship Type="http://schemas.openxmlformats.org/officeDocument/2006/relationships/notesMaster" Target="/ppt/notesMasters/notesMaster1.xml" Id="R8ec9d720d85c437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5e90d66fe674d40" /><Relationship Type="http://schemas.openxmlformats.org/officeDocument/2006/relationships/notesMaster" Target="/ppt/notesMasters/notesMaster1.xml" Id="R3038e3a837fd4a7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4c44989267654f4d" /><Relationship Type="http://schemas.openxmlformats.org/officeDocument/2006/relationships/notesMaster" Target="/ppt/notesMasters/notesMaster1.xml" Id="Rd334577dc5cd4b7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9f1de80f0f764eda" /><Relationship Type="http://schemas.openxmlformats.org/officeDocument/2006/relationships/notesMaster" Target="/ppt/notesMasters/notesMaster1.xml" Id="Ra797669d41ef4ba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9dfceb7f0674e20" /><Relationship Type="http://schemas.openxmlformats.org/officeDocument/2006/relationships/notesMaster" Target="/ppt/notesMasters/notesMaster1.xml" Id="R6bfc570af08c4ce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857a96b1cdd74a15" /><Relationship Type="http://schemas.openxmlformats.org/officeDocument/2006/relationships/notesMaster" Target="/ppt/notesMasters/notesMaster1.xml" Id="R96d7aacddbb94ffe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8fe97fb5ed84f4e" /><Relationship Type="http://schemas.openxmlformats.org/officeDocument/2006/relationships/notesMaster" Target="/ppt/notesMasters/notesMaster1.xml" Id="R9e10b7c081274110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42c310c7e57b40a0" /><Relationship Type="http://schemas.openxmlformats.org/officeDocument/2006/relationships/notesMaster" Target="/ppt/notesMasters/notesMaster1.xml" Id="R21084610d2424576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e5626c0c219d4091" /><Relationship Type="http://schemas.openxmlformats.org/officeDocument/2006/relationships/notesMaster" Target="/ppt/notesMasters/notesMaster1.xml" Id="R89684997daa640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ChessLens projesini AI engineer yetkinliklerini öğrenmek için nasıl kullanacağımızı açıklar.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İş ilanlarında rol isimleri değişebilir. Bu sunumda AI engineer'i model bilgisi ile üretim yazılımı arasında köprü kuran mühendis olarak ele alıyoruz.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 örnekleri: https://www.indeed.com/viewjob?jk=457121afc1405134 ve https://www.bytegurus.io/careers/junior-machine-learning-engineer. Bu slayt tek bir ilana değil, ortak beklentilerin sentezine dayanır.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Yetkinlikleri dört başlıkta gruplayarak öğrenme sırasını görünür hale getiriyoruz. Her bölüm ChessLens’te çalışan bir artefaktla sonuçlanacak.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akışta LLM oyun kurallarını belirlemiyor. python-chess ve Stockfish güvenilir kaynak; LLM açıklama katmanı.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Her ders küçük ama ölçülebilir bir kazanımla kapanacak. Bir konuyu açıklayamıyor veya hata ayıklayamıyorsak sonraki konuya geçmeyeceğiz.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bölümün sonunda öğrenme hedefi: rolü, yetkinlikleri ve ChessLens’in bunları nasıl kanıtladığını anlatabilmek.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 Python syntax'ını ezberletmez. Python ve FastAPI'nin AI ürünündeki sorumluluklarını gösterir.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eğitimde hedef, syntax ezberi değil, kod okuma, değiştirme ve hata ayıklama yeteneğidir.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İstek akışını katmanlara ayırmak, hata ayıklama ve code review için zihinsel model sağlar.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GameService burada microservice değildir. Aynı Python uygulamasındaki domain sınıfıdır.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slayt, AI tarafından yazılmış backend kodunu okurken kullanılacak pratik yöntemdir: input, state transition, external analysis,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 contract, frontend ile backend arasındaki anlaşmadır. Kritik alanların kaynağı backend'dir.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2, Python syntax'ından çok servis sınırları, request lifecycle ve test edilebilirlik üzerine kuruludur.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ChessLens bileşenlerinin farklı satranç gösterimlerini neden kullandığını açıklar.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FEN, SAN, UCI ve PGN birbirinin alternatifi değildir. Her biri farklı tüketici için seçilir.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FEN, pozisyon snapshot'ıdır. Review geçmişi için SAN hamle listesi veya PGN ayrıca saklanmalıdır.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SAN bağlama bağlıdır; iki at aynı kareye gidebiliyorsa Nbf3 veya Ngf3 gibi ayrıntı eklenir. UCI makine için daha kesindir.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ChessLens'in canlı oyununda FEN yeterlidir. Geçmiş hamle incelemesi için PGN veya SAN listesi gerekir.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sözleşme, frontend, domain, engine ve LLM katmanlarını birbirinden ayırır.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bölümdeki ana yetkinlik, satranç notasyonunu ezberlemek değil, veri sözleşmesini doğru katmana bağlamaktır.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bölümde bir hamle isteğinin nasıl doğrulandığını ve sistemin hata sırasında state'i korumasını inceliyoruz.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422 istek şeması hatasıdır. 400 ise istek okunabilir olduğu halde domain kuralına uymaz.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mutation, mevcut nesnenin değişmesidir. Geçersiz hamle state'i değiştirmemelidir.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Hata kodu, sorunun kaynağını ve istemcinin ne yapması gerektiğini anlatır.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Unit test hızlı ve izole olmalıdır. Harici motoru test double ile değiştirerek API davranışını ölçeriz.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Testin amacı satırları çalıştırmak değil, sistem davranışı hakkında güvenilir bir iddia kurmaktır.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4'ün hedefi, test ve hata yönetimini AI ürününün güvenilirlik temeli olarak anlatabilmektir.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bölümde Stockfish'i yeniden yazmıyoruz; Python servisinin UCI üzerinden Stockfish sürecini güvenilir biçimde yönetmesini öğreniyoruz.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Araçların görevini ayırmak, hallucination ve pedagojik kalite riskini sınırlar.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Stockfish ayrı bir işletim sistemi sürecidir. Adapter bu sürecin yaşam döngüsünü ve çıktısını yönetir.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Adapter pattern, uygulama kodunu harici süreç API'sine bağlamadan korur. Testte fake engine bu sınırı taklit eder.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Stockfish skorları mate veya centipawn olabilir. Move analyzer önce kind alanını kontrol eder.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Harici süreçler güvenilir varsayılmaz. Availability, timeout, concurrency ve output validation birlikte düşünülür.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5, harici AI/ML aracını üretim servisine bağlama yetkinliğini görünür kılar.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Stockfish değerlendirmesini hamle kalitesi ve pedagojik geri bildirim için nasıl işlediğimizi anlatır.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Move analysis için before ve after evaluation gerekir. Bu, hamlenin etkisini ölçmenin temelidir.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Siyah için aynı matematik ters yönde uygulanır. Bu ayrım yapılmazsa siyahın iyi hamleleri hata gibi görünebilir.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eşikler MVP için açıklanabilir sabitlerdir. Daha sonra kullanıcı seviyesine, time control'e ve veri setine göre kalibre edilebilir.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 değerlendirmesinin anlamı centipawn'dan farklıdır. Ayrı branch kullanmak daha doğru ve açıklanabilirdir.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LLM'e ham sonuç değil, normalize edilmiş ve sınıflandırılmış bir analysis DTO'su veririz.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model çıktısını ürün davranışına çevirmek ve ölçülebilir kurallar koymak üzerine kuruludur.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 burada karar otoritesi değil, yapılandırılmış motor analizini açıklayan bir katmandır.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Bu, engine-grounded generation'dır. LLM'e sınırlandırılmış ve doğrulanmış context verilir.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Allowlist, prompt'a hangi alanların gireceğini bilinçli biçimde sınırlar. Her şeyi modele vermek daha iyi değildir.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Structured output, model ile uygulama arasına bir data contract koyar. JSON syntax'ı tek başına yetmez; alan ve değerler de doğrulanır.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Fallback yalnızca açıklama katmanını değiştirir. GameService ve Stockfish sonucu korunur.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MVP'de retrieval yok; engine-grounded generation var. Evaluation ise ayrı bir mühendislik katmanıdır.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7, prompt yazmaktan daha geniş olan LLM application engineering yetkinliğini gösterir.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ab32cfb89c42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75c9b5a1de4cc0" /><Relationship Type="http://schemas.openxmlformats.org/officeDocument/2006/relationships/slideLayout" Target="/ppt/slideLayouts/slideLayout1.xml" Id="R8454ba35c0334f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54ba35c0334f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0104b14d9458f" /><Relationship Type="http://schemas.openxmlformats.org/officeDocument/2006/relationships/notesSlide" Target="/ppt/notesSlides/notesSlide1.xml" Id="R271d67054d654e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0318673e144bb" /><Relationship Type="http://schemas.openxmlformats.org/officeDocument/2006/relationships/notesSlide" Target="/ppt/notesSlides/notesSlide2.xml" Id="Rec9f9dfd7ed847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454a0edb94973" /><Relationship Type="http://schemas.openxmlformats.org/officeDocument/2006/relationships/notesSlide" Target="/ppt/notesSlides/notesSlide3.xml" Id="Reab86c0baecf47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0b7a9caf446db" /><Relationship Type="http://schemas.openxmlformats.org/officeDocument/2006/relationships/notesSlide" Target="/ppt/notesSlides/notesSlide4.xml" Id="Rb8dc9565eee148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c774ade6b4421" /><Relationship Type="http://schemas.openxmlformats.org/officeDocument/2006/relationships/notesSlide" Target="/ppt/notesSlides/notesSlide5.xml" Id="R0fe6ef6b6b3349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b6d7f98df4b9c" /><Relationship Type="http://schemas.openxmlformats.org/officeDocument/2006/relationships/notesSlide" Target="/ppt/notesSlides/notesSlide6.xml" Id="R2c005623350b41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ebe694e144f4b" /><Relationship Type="http://schemas.openxmlformats.org/officeDocument/2006/relationships/notesSlide" Target="/ppt/notesSlides/notesSlide7.xml" Id="R59bf32fcbade4b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d33e2b781403b" /><Relationship Type="http://schemas.openxmlformats.org/officeDocument/2006/relationships/notesSlide" Target="/ppt/notesSlides/notesSlide8.xml" Id="R6bcbb20adfa443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b89e517564de7" /><Relationship Type="http://schemas.openxmlformats.org/officeDocument/2006/relationships/notesSlide" Target="/ppt/notesSlides/notesSlide9.xml" Id="R7b00858acb514a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fc36e174c40f4" /><Relationship Type="http://schemas.openxmlformats.org/officeDocument/2006/relationships/notesSlide" Target="/ppt/notesSlides/notesSlide10.xml" Id="Rd2e7d453c2cf4d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4276a3df847f9" /><Relationship Type="http://schemas.openxmlformats.org/officeDocument/2006/relationships/notesSlide" Target="/ppt/notesSlides/notesSlide11.xml" Id="R6e0425931c6d44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9b1d6c5e54c80" /><Relationship Type="http://schemas.openxmlformats.org/officeDocument/2006/relationships/notesSlide" Target="/ppt/notesSlides/notesSlide12.xml" Id="R814820c34b634f6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52a539e37467b" /><Relationship Type="http://schemas.openxmlformats.org/officeDocument/2006/relationships/notesSlide" Target="/ppt/notesSlides/notesSlide13.xml" Id="Rc9650d6600ce4da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6d689e8094d3b" /><Relationship Type="http://schemas.openxmlformats.org/officeDocument/2006/relationships/notesSlide" Target="/ppt/notesSlides/notesSlide14.xml" Id="R5d31a0c71f04475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a605f62b74855" /><Relationship Type="http://schemas.openxmlformats.org/officeDocument/2006/relationships/notesSlide" Target="/ppt/notesSlides/notesSlide15.xml" Id="Re1512868627945f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8518321f4476f" /><Relationship Type="http://schemas.openxmlformats.org/officeDocument/2006/relationships/notesSlide" Target="/ppt/notesSlides/notesSlide16.xml" Id="Rd670445053034bf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54f63f41e4dc8" /><Relationship Type="http://schemas.openxmlformats.org/officeDocument/2006/relationships/notesSlide" Target="/ppt/notesSlides/notesSlide17.xml" Id="Rd120f9764c4b4ec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31b90d6f64359" /><Relationship Type="http://schemas.openxmlformats.org/officeDocument/2006/relationships/notesSlide" Target="/ppt/notesSlides/notesSlide18.xml" Id="Rc0913e20b88f468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6c2acf3024f80" /><Relationship Type="http://schemas.openxmlformats.org/officeDocument/2006/relationships/notesSlide" Target="/ppt/notesSlides/notesSlide19.xml" Id="R6f147fa7e87347e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8aa6b67264c6c" /><Relationship Type="http://schemas.openxmlformats.org/officeDocument/2006/relationships/notesSlide" Target="/ppt/notesSlides/notesSlide20.xml" Id="R956f5174a122419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2927084304c19" /><Relationship Type="http://schemas.openxmlformats.org/officeDocument/2006/relationships/notesSlide" Target="/ppt/notesSlides/notesSlide21.xml" Id="R6eaa1b2e8d0e4c0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59cdd838a42f9" /><Relationship Type="http://schemas.openxmlformats.org/officeDocument/2006/relationships/notesSlide" Target="/ppt/notesSlides/notesSlide22.xml" Id="R36d5aadbf4ad432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1024fd5f842a5" /><Relationship Type="http://schemas.openxmlformats.org/officeDocument/2006/relationships/notesSlide" Target="/ppt/notesSlides/notesSlide23.xml" Id="Ra2e406a077404dd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20a7c441b4f70" /><Relationship Type="http://schemas.openxmlformats.org/officeDocument/2006/relationships/notesSlide" Target="/ppt/notesSlides/notesSlide24.xml" Id="R05473087189c4ec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945d72381444a" /><Relationship Type="http://schemas.openxmlformats.org/officeDocument/2006/relationships/notesSlide" Target="/ppt/notesSlides/notesSlide25.xml" Id="R3706ea78b64b4fb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ffa65060c4677" /><Relationship Type="http://schemas.openxmlformats.org/officeDocument/2006/relationships/notesSlide" Target="/ppt/notesSlides/notesSlide26.xml" Id="R2126f1fbc3ff476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a728e016e4164" /><Relationship Type="http://schemas.openxmlformats.org/officeDocument/2006/relationships/notesSlide" Target="/ppt/notesSlides/notesSlide27.xml" Id="R1a59562ff49a476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34f64bda2422d" /><Relationship Type="http://schemas.openxmlformats.org/officeDocument/2006/relationships/notesSlide" Target="/ppt/notesSlides/notesSlide28.xml" Id="Rac1aa5a77d9e4ad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bda7e3ad347e4" /><Relationship Type="http://schemas.openxmlformats.org/officeDocument/2006/relationships/notesSlide" Target="/ppt/notesSlides/notesSlide29.xml" Id="R0241d2db8d1f41c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d1f0470094217" /><Relationship Type="http://schemas.openxmlformats.org/officeDocument/2006/relationships/notesSlide" Target="/ppt/notesSlides/notesSlide30.xml" Id="R7176fef0a34a472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fe8523a334a17" /><Relationship Type="http://schemas.openxmlformats.org/officeDocument/2006/relationships/notesSlide" Target="/ppt/notesSlides/notesSlide31.xml" Id="R823c314158a9478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20b8dfb2e4a1a" /><Relationship Type="http://schemas.openxmlformats.org/officeDocument/2006/relationships/notesSlide" Target="/ppt/notesSlides/notesSlide32.xml" Id="Rfb81cd03558c403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22af00f9a4f1c" /><Relationship Type="http://schemas.openxmlformats.org/officeDocument/2006/relationships/notesSlide" Target="/ppt/notesSlides/notesSlide33.xml" Id="R2389fc0a34ec465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e7bf702d04494" /><Relationship Type="http://schemas.openxmlformats.org/officeDocument/2006/relationships/notesSlide" Target="/ppt/notesSlides/notesSlide34.xml" Id="R9c5a3a432a234d7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a047276284fc0" /><Relationship Type="http://schemas.openxmlformats.org/officeDocument/2006/relationships/notesSlide" Target="/ppt/notesSlides/notesSlide35.xml" Id="R34b7ab12263a476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857eb691d462f" /><Relationship Type="http://schemas.openxmlformats.org/officeDocument/2006/relationships/notesSlide" Target="/ppt/notesSlides/notesSlide36.xml" Id="R589afc605d7644f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d8919e52f46df" /><Relationship Type="http://schemas.openxmlformats.org/officeDocument/2006/relationships/notesSlide" Target="/ppt/notesSlides/notesSlide37.xml" Id="R22fbb87395b845c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6ccfc35014f58" /><Relationship Type="http://schemas.openxmlformats.org/officeDocument/2006/relationships/notesSlide" Target="/ppt/notesSlides/notesSlide38.xml" Id="Reaffe47cf056456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9784767884ad3" /><Relationship Type="http://schemas.openxmlformats.org/officeDocument/2006/relationships/notesSlide" Target="/ppt/notesSlides/notesSlide39.xml" Id="R73f0a78fdb334de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ea3deeb6c4469" /><Relationship Type="http://schemas.openxmlformats.org/officeDocument/2006/relationships/notesSlide" Target="/ppt/notesSlides/notesSlide40.xml" Id="Rc9b10be57169486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6a2c1bd3f4e4c" /><Relationship Type="http://schemas.openxmlformats.org/officeDocument/2006/relationships/notesSlide" Target="/ppt/notesSlides/notesSlide41.xml" Id="R666012e98490438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39567ab2e4d0d" /><Relationship Type="http://schemas.openxmlformats.org/officeDocument/2006/relationships/notesSlide" Target="/ppt/notesSlides/notesSlide42.xml" Id="R4621811600ba4e5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bbcbfa1624b41" /><Relationship Type="http://schemas.openxmlformats.org/officeDocument/2006/relationships/notesSlide" Target="/ppt/notesSlides/notesSlide43.xml" Id="Raa7527288a7a49e9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2aa4c330c4a53" /><Relationship Type="http://schemas.openxmlformats.org/officeDocument/2006/relationships/notesSlide" Target="/ppt/notesSlides/notesSlide44.xml" Id="R6345aa6cc17b483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ba8dcbb4e4454" /><Relationship Type="http://schemas.openxmlformats.org/officeDocument/2006/relationships/notesSlide" Target="/ppt/notesSlides/notesSlide45.xml" Id="R823999b7787f44f6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4a76ad61a421f" /><Relationship Type="http://schemas.openxmlformats.org/officeDocument/2006/relationships/notesSlide" Target="/ppt/notesSlides/notesSlide46.xml" Id="Rf598267eb6b3457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6fd613ba9c497b" /><Relationship Type="http://schemas.openxmlformats.org/officeDocument/2006/relationships/notesSlide" Target="/ppt/notesSlides/notesSlide47.xml" Id="R566ccdb752b94528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a17c725784f81" /><Relationship Type="http://schemas.openxmlformats.org/officeDocument/2006/relationships/notesSlide" Target="/ppt/notesSlides/notesSlide48.xml" Id="Rb12d722dd3eb40c5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4b68031d64592" /><Relationship Type="http://schemas.openxmlformats.org/officeDocument/2006/relationships/notesSlide" Target="/ppt/notesSlides/notesSlide49.xml" Id="R5e6ec2e27b5c46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CA742-DAD3-4FED-88B6-5104A26F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</a:t>
            </a:r>
          </a:p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öğrenme haritası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FC86F-CDB6-41AC-AB80-6448DB89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üzerinden junior+ seviyeye giden yol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7CE3F-995B-42E9-8366-D211E71E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1 · Rol, yetkinlikler ve çalışma yöntemi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39BEA-82DC-4712-8A19-327BE0FE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23950"/>
            <a:ext cx="114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214343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7EBDC-F1E1-4F71-AAD3-700A7B95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E375E-87EF-4900-87C8-AC7B6377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 rolü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35EA5-E594-44D1-8C66-0836CB9B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Modeli veya AI aracını ürüne bağlar, doğrular ve çalışır halde tutar.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8A3F5-5F53-4AC0-A012-2BAA9A9C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Sadece prompt yazmak değildir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Veri, API, test, maliyet, gecikme ve güvenilirlik de işin parçasıdır.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8A799-61A7-4598-A80F-A8605D74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ChessLens’te hedefimiz: Stockfish doğruluğunu, LLM açıklamasını ve sağlam bir backend’i tek üründe birleştirmek.</a:t>
            </a:r>
          </a:p>
        </p:txBody>
      </p:sp>
    </p:spTree>
    <p:extLst>
      <p:ext uri="{BB962C8B-B14F-4D97-AF65-F5344CB8AC3E}">
        <p14:creationId xmlns:p14="http://schemas.microsoft.com/office/powerpoint/2010/main" val="1555947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1B3D8-BC43-4898-A4B9-BA951A7E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C420A-1644-48D0-A896-78CD8E3D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Junior+ beklentileri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B480A-4EBF-4FC1-AA96-F96F9C7D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Temel beklentiler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Python ve temiz kod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Git ve code review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Test ve debugging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REST API / FastAPI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SQL ve veri hazırlama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Docker ve CI temelleri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BB6F8-D892-4814-8615-5470FA85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AI’ye özgü beklentiler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Model çıktısını değerlendirme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Structured output doğrulama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Prompt ve maliyet kontrolü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Hallucination sınırlandırma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Latency ve reliability ölçümü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Teknik kararları anlatabilme</a:t>
            </a:r>
          </a:p>
        </p:txBody>
      </p:sp>
    </p:spTree>
    <p:extLst>
      <p:ext uri="{BB962C8B-B14F-4D97-AF65-F5344CB8AC3E}">
        <p14:creationId xmlns:p14="http://schemas.microsoft.com/office/powerpoint/2010/main" val="2490737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C1D3C-4ADC-49CB-9CA2-2EDCF39A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BCB83-8428-49CC-B591-42B44CE3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Yetkinlik haritası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B4A6A-AB49-4AB0-B989-386E00D5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Yazılım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B4D6E-C8B4-4114-965E-37AE017C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 · Git · test · debugging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A3A5F-9887-4C93-B223-1135C700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Servis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0EA63-20C9-4A9B-9B3A-B40940BD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9875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 · HTTP · API contract · Docker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8DC9A-186A-498A-9270-3DBD89BF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B06AA-FF4D-4F69-BEAF-1D39D168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1000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Inference · prompt · structured output · 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0FC42-6B23-47A8-9287-16D829AA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Ürün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6447A-B3F0-4D98-B5CC-9D90A185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0125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 problemi · açıklanabilirlik · ölçüm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4A9BB-4CF0-426A-89EA-4BF551EB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Junior+ = bu parçaları tek tek bilmekten çok, birlikte güvenilir bir akış kurabilmek.</a:t>
            </a:r>
          </a:p>
        </p:txBody>
      </p:sp>
    </p:spTree>
    <p:extLst>
      <p:ext uri="{BB962C8B-B14F-4D97-AF65-F5344CB8AC3E}">
        <p14:creationId xmlns:p14="http://schemas.microsoft.com/office/powerpoint/2010/main" val="12519602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636AA-7268-48BB-8A77-6EE30461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28056-3CB6-4624-AC21-B1E4D598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ChessLens bir öğrenme laboratuvarı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D01F4-03FE-4CDF-96A1-C6716F7E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091E2-A7B3-42AA-A670-DFAB3C63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hamle niyeti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E3D89-F57E-43C1-A4E4-8DF44321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79B59-EFBF-440E-9091-01E577E9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47B3A-634F-4BC2-B9DE-790BAE44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API ve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1B99C-7AF9-4EFA-8F77-8C3E6F91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35FBF-9637-4104-BFE3-FB9FDC47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python-chess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BA3C9-32FA-4188-B6C5-D4489A74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kural doğruluğu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D9B30-C9C4-45DF-81E1-AD18D9D7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F750DE-476D-44D9-8868-3582B799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9FA502-B1AB-490D-A501-E475F7A7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pozisyon analizi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A3223-C67D-4A83-8686-E41F6796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BE6EA-CAD1-407A-9D87-AEBAEC60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730E13-15FF-49BC-BCF2-76C51B1C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anlaşılır açıklama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28D6B-0252-4292-8FC6-3DA7C32A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katman bir iş becerisi öğretiyor: API tasarımı, domain logic, harici araç entegrasyonu, AI grounding ve evaluation.</a:t>
            </a:r>
          </a:p>
        </p:txBody>
      </p:sp>
    </p:spTree>
    <p:extLst>
      <p:ext uri="{BB962C8B-B14F-4D97-AF65-F5344CB8AC3E}">
        <p14:creationId xmlns:p14="http://schemas.microsoft.com/office/powerpoint/2010/main" val="20132255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7CB4A-FEA7-4AC9-9AD7-8C737B7E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271DB-EEAB-4FB4-929C-ED7501F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Her dersin çalışma döngüsü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C8DA0-B827-4E77-8096-DDFC0C23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 · Kavramı gerçek problem üzerinden anla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B880A-CD71-429D-8CD4-EBFEB697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 · Koddaki veri akışını takip 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B20DB-8AAA-4BCE-BD1E-643F44C1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3 · Test yaz ve hata senaryosunu gör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64F6B-AA34-4E6D-B53B-20D90A09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 · Code review ve mülakat anlatımı yap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FC020-D4D3-4CB3-B11E-687B840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53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Amaç: kodu ezberlemek değil, AI’nin ürettiği kodu kontrol edebilmek.</a:t>
            </a:r>
          </a:p>
        </p:txBody>
      </p:sp>
    </p:spTree>
    <p:extLst>
      <p:ext uri="{BB962C8B-B14F-4D97-AF65-F5344CB8AC3E}">
        <p14:creationId xmlns:p14="http://schemas.microsoft.com/office/powerpoint/2010/main" val="3991995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258CB-E6AD-4ED9-A61F-157D2A5A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23C81-5BEC-4B2D-8AB7-C5FCA952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sonunda gösterebileceğin şey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64C81-F918-4035-9528-DABEB56E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9906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“ChessLens’te server-authoritative oyun state’i kurdum. Stockfish’i analiz otoritesi, LLM’i açıklama katmanı olarak ayırdım. API sözleşmelerini, testleri ve failure fallback’lerini tasarladım.”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7BE5C-A7FC-4F28-AA19-445991B1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990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Sıradaki bölüm: Python, FastAPI ve GameService’in kod akışı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527F8-FC87-4D0C-B232-92932E11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1 tamamlandı</a:t>
            </a:r>
          </a:p>
        </p:txBody>
      </p:sp>
    </p:spTree>
    <p:extLst>
      <p:ext uri="{BB962C8B-B14F-4D97-AF65-F5344CB8AC3E}">
        <p14:creationId xmlns:p14="http://schemas.microsoft.com/office/powerpoint/2010/main" val="17551923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BB83D-922E-497B-81EC-19117413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C1D13-A9B1-450C-88EB-B744ECD6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Kodun görevi: güvenilir bir AI akışını taşıyabilmek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EA8D6-E555-4E51-8A78-3866A0C1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2 · Dil, servis ve veri akışı</a:t>
            </a:r>
          </a:p>
        </p:txBody>
      </p:sp>
    </p:spTree>
    <p:extLst>
      <p:ext uri="{BB962C8B-B14F-4D97-AF65-F5344CB8AC3E}">
        <p14:creationId xmlns:p14="http://schemas.microsoft.com/office/powerpoint/2010/main" val="5680972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64416-5C2F-456F-BE66-6046CEF3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C1AE9-BEEF-4298-8FA4-CE2118F1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Python’da bilmen gereken seviye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51E18-6060-4EEC-8663-E21CEB5C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Ezberlemek gerekmeyenler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Her kütüphanenin tüm API’si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Her syntax ayrıntısı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Boilerplate kod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Her FastAPI seçeneği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91A2F-187F-410E-8B31-0492E350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Kontrol etmen gerekenler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Veri hangi tipte?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Fonksiyon ne üretiyor?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State nerede değişiyor?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Hata nasıl taşınıyor?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Test nerede yazılır?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2C81B-11D3-4A50-AB82-820AD49E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AI kod üretebilir; mühendis kodun davranışını açıklayabilmelidir.</a:t>
            </a:r>
          </a:p>
        </p:txBody>
      </p:sp>
    </p:spTree>
    <p:extLst>
      <p:ext uri="{BB962C8B-B14F-4D97-AF65-F5344CB8AC3E}">
        <p14:creationId xmlns:p14="http://schemas.microsoft.com/office/powerpoint/2010/main" val="2000810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9CD0F-4641-41CF-9279-F75A106C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E122B-3CB9-4FF7-A2BD-8DD45EA9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Bir hamle isteğinin yaşam döngüsü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6B937-6AA0-4935-923B-FC5D213D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İstemci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F156A-8CA3-4D52-AAC0-BC549DEE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668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POST /api/games/{id}/moves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6BAC0-8FBA-4482-95DB-5D362D22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Pydantic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BC509-3896-4DAC-9E07-E9C74311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336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JSON alanlarını ve tiplerini doğrular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12893-0C7C-43BF-BE3A-8AFCC6E3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 route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C1B28-7123-413D-A5E7-88263BE0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03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Oyunu bulur, sıralamayı kontrol eder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A6571-549E-4D65-8AD0-E1E2A9E7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GameService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84E0BD-5222-4E48-8191-BF35749E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671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Hamleyi satranç kurallarına göre uygular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BE222-45D6-456A-8BA8-7D12C20C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6AAAA-88F8-427F-9E40-1A18F93E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38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Yeni pozisyonu değerlendirir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5CAED-F194-4AE4-8B75-B9027DE7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0062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99194-4123-4D1A-AB15-7F57247E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006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State, analysis ve coach sonucunu döner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2FE48-10E9-4503-AAAC-2AF93FB8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katmanın tek bir anlaşılır görevi var.</a:t>
            </a:r>
          </a:p>
        </p:txBody>
      </p:sp>
    </p:spTree>
    <p:extLst>
      <p:ext uri="{BB962C8B-B14F-4D97-AF65-F5344CB8AC3E}">
        <p14:creationId xmlns:p14="http://schemas.microsoft.com/office/powerpoint/2010/main" val="1411687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1A44C-253B-43F2-8532-DE41E55E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86EFF-C76F-40BD-BA30-D450CF81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 ve GameService sınırı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AFBD6-FA5D-4979-835A-0941E8A7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4667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HTTP ve JSON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Route ve status code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Request validation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Oyun kaydını bulma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Harici servisi çağırma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98378-3682-426B-BCAD-D32090E7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667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GameService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Tahtayı tutma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Legal move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FEN üretme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SAN üretme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Mat, pat, draw durumu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BF5FC-F943-4390-A73C-968E83A4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Ayrımın sonucu: satranç kurallarını HTTP sunucusu olmadan test edebiliriz.</a:t>
            </a:r>
          </a:p>
        </p:txBody>
      </p:sp>
    </p:spTree>
    <p:extLst>
      <p:ext uri="{BB962C8B-B14F-4D97-AF65-F5344CB8AC3E}">
        <p14:creationId xmlns:p14="http://schemas.microsoft.com/office/powerpoint/2010/main" val="9147354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E55F6-13FF-4F35-9CB7-2575FB5F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3D6FE-4C49-4E05-8967-95BCB65C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Kod akışını okumak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4057A-091B-45BB-B935-DC09FFFD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state_before = record.game.state()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Oyunun gerçeğini backend’den 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E2D76-9E9C-4206-961E-90642B73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played = record.game.play_move(body.from_, body.to, body.promotion)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Hamleyi doğrula ve uygula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BE0E3-3108-424C-AC25-8D6025BC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after_analysis = await engine.analyze(record.game.board.copy(...))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Yeni pozisyonu analiz 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4B309-D3CB-4718-AC25-EA11B88C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3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Kod okurken her satırı değil, state’in nerede değiştiğini ve verinin hangi katmana gittiğini takip et.</a:t>
            </a:r>
          </a:p>
        </p:txBody>
      </p:sp>
    </p:spTree>
    <p:extLst>
      <p:ext uri="{BB962C8B-B14F-4D97-AF65-F5344CB8AC3E}">
        <p14:creationId xmlns:p14="http://schemas.microsoft.com/office/powerpoint/2010/main" val="9273300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2104C-59FD-4987-A5B0-BC4383FE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CD789-9C58-4323-899E-4263AE4D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API sözleşmesi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EB0CB-EB4B-4E38-AE85-A90EE757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4667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İstemci gönderir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"from": "e2",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"to": "e4",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"promotion": null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29CC6-9693-4830-9749-A789311B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4667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Backend döner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"fen": "...",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"playedMove": {...},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"analysis": {...},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"coach": {...}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5A997-2248-4786-9CBE-48F62277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İstemci niyet gönderir; backend FEN, legality, score ve classification üretir.</a:t>
            </a:r>
          </a:p>
        </p:txBody>
      </p:sp>
    </p:spTree>
    <p:extLst>
      <p:ext uri="{BB962C8B-B14F-4D97-AF65-F5344CB8AC3E}">
        <p14:creationId xmlns:p14="http://schemas.microsoft.com/office/powerpoint/2010/main" val="5726272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AE239-62BE-4F31-965A-9ABEDF1A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CF905-5B40-4499-AB40-261B92CE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2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BE5A3-0EB3-40F8-B906-7C71EEA0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Bir endpoint’i yalnızca çalıştırmayı değil, request’ten response’a veri akışını açıklamayı öğrendin.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BEABD-CF48-4814-939C-E21FB118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8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“Transport katmanını domain mantığından ayırdım; GameService’i dış bağımlılıklar olmadan unit test edebiliyorum.”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6C9CE-76FE-4048-B2FB-02F93272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FEN, SAN, UCI ve PGN veri sözleşmeleri</a:t>
            </a:r>
          </a:p>
        </p:txBody>
      </p:sp>
    </p:spTree>
    <p:extLst>
      <p:ext uri="{BB962C8B-B14F-4D97-AF65-F5344CB8AC3E}">
        <p14:creationId xmlns:p14="http://schemas.microsoft.com/office/powerpoint/2010/main" val="20187880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9D49D-619E-4A7C-9602-8CBFE19B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FEN, SAN, UCI ve PGN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0EEE7-8373-49A6-B146-DB8C1C5E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Aynı oyunun dört farklı veri dili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90401-7732-4486-ABB2-DDBC9A6B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3 · Pozisyon, hamle, motor ve geçmiş</a:t>
            </a:r>
          </a:p>
        </p:txBody>
      </p:sp>
    </p:spTree>
    <p:extLst>
      <p:ext uri="{BB962C8B-B14F-4D97-AF65-F5344CB8AC3E}">
        <p14:creationId xmlns:p14="http://schemas.microsoft.com/office/powerpoint/2010/main" val="10920952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31023-B25F-44BC-9E8E-0ABE181E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1A0ED-B3D5-47E0-A2A1-122737CA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Dört formatın dört görevi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F6C99-65C1-499F-90A4-FF06E5FF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FEN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D3C37-6C90-4AF8-8DFC-EC283FE8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1450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Tahtanın anlık fotoğrafı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1B603-55E6-4FC1-BEE6-0A4FDA9E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Stockfish’e pozisyon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64F93-1B3E-44DA-B4D5-D6BEFC30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4625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41F7B-ADE8-4B1B-BC9D-5B809D10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14625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İnsanın okuduğu hamle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2E9A0-7B2D-426C-BA02-07A68FD4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UI ve coach açıklaması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52427-98E3-4E05-B7E5-CB8EB17E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UCI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92CCD-C199-4E40-BBBF-9C09CDE5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1475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Motorların hamle dili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9FFEB-BF3A-462C-B39B-B4924F79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1475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Stockfish ↔ 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F91B1-7E93-4CC9-B445-F1F05A5D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08C0D-8E5F-4BDC-9A4F-F70B8B70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14875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Oyunun geçmiş kaydı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6148D-3373-4E16-A3A7-E6C459BA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14875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Review ve dışa aktarma</a:t>
            </a:r>
          </a:p>
        </p:txBody>
      </p:sp>
    </p:spTree>
    <p:extLst>
      <p:ext uri="{BB962C8B-B14F-4D97-AF65-F5344CB8AC3E}">
        <p14:creationId xmlns:p14="http://schemas.microsoft.com/office/powerpoint/2010/main" val="10862688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4EB716-4275-4ACC-AFB2-098AE99F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186F9-337F-4337-B04E-2C854B45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FEN: pozisyonun fotoğrafı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FD8DA-462A-4223-91C4-2A0B3052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1009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rnbqkbnr/pppppppp/8/8/PPPPPPPP/RNBQKBNR w KQkq - 0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C544E-4B3B-4D2A-8977-FE112BE9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EB510-4BBB-495D-B8B5-B6815BF1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0003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tahta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8. sıradan 1. sıraya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F6C45-26FF-407D-B5FB-A5D7E8EF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003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C330F-1FB9-41C3-A372-0E54E1CD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0003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sıra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w veya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2017D-0FA3-4DC1-B43D-242BCC12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003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675DA-A4EB-4D7F-9301-FDF1E362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0003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rok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KQkq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91D6E-AF03-4817-A732-BB9FD6AE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B137D-34FD-4F48-B268-6A4EE6A1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481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 passant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hedef kare veya 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55A32-CD30-418E-8DFD-14E099A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4812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A99C3E-6B24-4B3F-9BF3-ACC4914C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0481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yarım hamle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draw kuralı için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24D1D-1A3A-4CFC-84C0-515CC97A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4812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777D85-627C-4385-8F81-44AF98F3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0481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no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tam hamle sayısı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5D9E4D-AF14-4FF5-8707-AB14BCCB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FEN mevcut konumu söyler; hamle geçmişini söylemez.</a:t>
            </a:r>
          </a:p>
        </p:txBody>
      </p:sp>
    </p:spTree>
    <p:extLst>
      <p:ext uri="{BB962C8B-B14F-4D97-AF65-F5344CB8AC3E}">
        <p14:creationId xmlns:p14="http://schemas.microsoft.com/office/powerpoint/2010/main" val="9712467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22151-9C86-41C9-88C3-BEDBBD6E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DD994-8B99-49D4-99F6-104A4438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SAN ve UCI: Nf3 ile g1f3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526C8-865D-4738-B9C5-BCBA9477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Nf3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İnsan odaklıdır. Tahtayı ve bağlamı kullanır. Şah, mat, taş alma ve rok sembolleri taşıyabilir.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B4C33-1604-47F3-9479-109DFC11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UCI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g1f3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Makine odaklıdır. Başlangıç karesi, hedef karesi ve terfi harfi kullanır.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8B64B-23D3-484F-B7E5-33CA3648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Aynı hamle: SAN = Nf3 · UCI = g1f3</a:t>
            </a:r>
          </a:p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Stockfish UCI üretir; UI genellikle SAN gösterir.</a:t>
            </a:r>
          </a:p>
        </p:txBody>
      </p:sp>
    </p:spTree>
    <p:extLst>
      <p:ext uri="{BB962C8B-B14F-4D97-AF65-F5344CB8AC3E}">
        <p14:creationId xmlns:p14="http://schemas.microsoft.com/office/powerpoint/2010/main" val="13423307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CF340-AD7D-481F-9929-3F2C760D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2654E-19CF-4DB5-A8E3-6228AC1B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PGN: oyunun geçmişi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53481-FCB6-430B-98A4-A8A0122B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Şu an tahta nasıl?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Tek bir snapshot.</a:t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Geçmişi tam olarak taşımaz.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B4022-85CB-4CAF-B218-779177AB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Oyun buraya nasıl geldi?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SAN hamleleri, oyuncular, sonuç ve yorumlar.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0A91B-7287-4D49-AC90-0B84A380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Review özelliği için FEN’in yanında hamle geçmişini de saklamalıyız.</a:t>
            </a:r>
          </a:p>
        </p:txBody>
      </p:sp>
    </p:spTree>
    <p:extLst>
      <p:ext uri="{BB962C8B-B14F-4D97-AF65-F5344CB8AC3E}">
        <p14:creationId xmlns:p14="http://schemas.microsoft.com/office/powerpoint/2010/main" val="17117230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315AA-0A52-4447-81C1-457C2B91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C4E22-F87B-41F5-A4D2-1316EA75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ChessLens veri sözleşmesi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E3113-ECB9-46A6-BED3-94C49F41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3474E-DFB0-4CD3-BC74-F5068C08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from/to/promotion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494E0-A3C3-4880-B04F-57BA9A3C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24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F536F-4C79-4476-98A8-55B58849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GameService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FF580-CA90-482C-A9C5-26083C55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legal + FEN + SAN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BC924-949E-4A45-B8F4-C43BFA03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524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CC82E-1A0F-47E3-A8BC-E56CC147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6A5D6-67AE-47F3-BFED-60DD2F18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UCI +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8D9F9-552A-4C26-92F9-34006FD1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24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132BD-4EF6-4B5F-A162-F3B3ED13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Coach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1C7CD-6E0A-4011-8D73-EB3984C5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insan dili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A552A-2F0E-4A44-B48E-078FF441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format doğru katmanda kullanılır; LLM hiçbir formatın doğruluk otoritesi değildir.</a:t>
            </a:r>
          </a:p>
        </p:txBody>
      </p:sp>
    </p:spTree>
    <p:extLst>
      <p:ext uri="{BB962C8B-B14F-4D97-AF65-F5344CB8AC3E}">
        <p14:creationId xmlns:p14="http://schemas.microsoft.com/office/powerpoint/2010/main" val="3354332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5493F-58BE-4865-8959-5FF87EA1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71092-751E-4256-84DD-C208CEE3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3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5D4F9-7A2B-480D-80D1-CCCA7095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 mevcut pozisyonu, PGN geçmişi, SAN insan dilini, UCI ise motor dilini temsil eder.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58C3F-EF37-4506-B7D2-1582DCF8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“Motor ile UI arasında UCI/SAN dönüşümü yapıyor, oyun snapshot’ı ile hamle geçmişini ayrı veri ihtiyaçları olarak ele alıyorum.”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BB30B-6852-4A6E-8ABD-728E4158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Hamle doğrulama, test ve hata senaryoları</a:t>
            </a:r>
          </a:p>
        </p:txBody>
      </p:sp>
    </p:spTree>
    <p:extLst>
      <p:ext uri="{BB962C8B-B14F-4D97-AF65-F5344CB8AC3E}">
        <p14:creationId xmlns:p14="http://schemas.microsoft.com/office/powerpoint/2010/main" val="9361923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13316-4163-4871-931D-31D2593F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CD4C7-23BC-4297-994D-62173FF0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Çalışan endpoint ile güvenilir servis arasındaki fark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4DD6E-CBED-4CFF-851E-7041A458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4 · Validation, state ve hata yönetimi</a:t>
            </a:r>
          </a:p>
        </p:txBody>
      </p:sp>
    </p:spTree>
    <p:extLst>
      <p:ext uri="{BB962C8B-B14F-4D97-AF65-F5344CB8AC3E}">
        <p14:creationId xmlns:p14="http://schemas.microsoft.com/office/powerpoint/2010/main" val="33690053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103A6-6CF9-4DB9-9BA4-833E8D11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9C12B-0B95-4E85-B11E-FD6308B1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İki farklı doğrulama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73AA0-5494-488E-9BFB-E071AAA8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İstek doğrulama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JSON alanları var mı?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from/to doğru tipte mi?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playerColor geçerli mi?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Pydantic → HTTP 422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D999B-54FB-4B94-803D-070D48B6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Domain doğrulama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Hamle bu pozisyonda yasal mı?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Kendi şahını açıkta bırakıyor mu?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Oyun bitmiş mi?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GameService → HTTP 400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CD544-7C96-4F05-919A-DB29A88F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Format doğru olabilir; hamle yine de satranç açısından yasadışı olabilir.</a:t>
            </a:r>
          </a:p>
        </p:txBody>
      </p:sp>
    </p:spTree>
    <p:extLst>
      <p:ext uri="{BB962C8B-B14F-4D97-AF65-F5344CB8AC3E}">
        <p14:creationId xmlns:p14="http://schemas.microsoft.com/office/powerpoint/2010/main" val="148813778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04AD1-CA1A-404C-A97D-3BE3A17C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EDA15-6916-4528-92F6-918BD28F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State değişikliğinde güvenli sıra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986DB-277E-4AF7-9CC2-0F9C55F5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 · Hamle nesnesini oluştur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BD197-A500-452A-A989-5718C7F0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 · Legal moves içinde doğrula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43D5C-31DA-434A-90D5-6B0D1FD2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3 · SAN’ı eski tahtada hesapla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FAF32-B635-402D-8EFF-EC453D59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 · Hamleyi uygula ve yeni state üret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D9125-82DA-486F-A948-6DA5E770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3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Doğrulama bitmeden mutation yapılmaz.</a:t>
            </a:r>
          </a:p>
        </p:txBody>
      </p:sp>
    </p:spTree>
    <p:extLst>
      <p:ext uri="{BB962C8B-B14F-4D97-AF65-F5344CB8AC3E}">
        <p14:creationId xmlns:p14="http://schemas.microsoft.com/office/powerpoint/2010/main" val="10151950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A10954-7079-4AB1-AD37-1E6455AA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C96C5-DA6D-45A5-866F-0785386A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Hata kodları rastgele seçilmez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22296-244D-4ECB-982F-5E3E85CA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3D9DA-840E-434F-ADBD-E133BC68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668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İstek şekli yanlış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DD13E-8D6D-46AE-9F59-ABAC6D22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668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Pydantic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31ED7-E94F-43C1-A695-70739B1C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99EF8-8C95-406F-BD41-D696530D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907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yasadışı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8F29F-49AC-484F-AB11-21968DA8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907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GameService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019FE-9666-4A36-8831-4F1B3637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AB312-5FBB-4BF3-85F5-84DF647C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146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 bulunamadı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54934-FF19-46DA-AF68-13078258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146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FastAPI route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833D4-3772-4401-BB4E-90146727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409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63277C-E39C-4926-8DCE-96DCBC72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385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Oyuncunun sırası değil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986089-19FD-49D0-9155-0FD40032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385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GameRecord/API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22E0F6-B4C2-41B8-9FC1-FAFA3C8E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624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D1DA91-49CC-4537-8933-7A7AA546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624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yok veya erişilemiyor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386D27-FBFC-4C76-9239-8C249915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624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Engine adapter</a:t>
            </a:r>
          </a:p>
        </p:txBody>
      </p:sp>
    </p:spTree>
    <p:extLst>
      <p:ext uri="{BB962C8B-B14F-4D97-AF65-F5344CB8AC3E}">
        <p14:creationId xmlns:p14="http://schemas.microsoft.com/office/powerpoint/2010/main" val="74193328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59741-3FAF-42E1-B282-57516462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9A35A-A30C-400D-8D48-C2BE3504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Test piramidi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598F6-3CEC-4A83-A3BA-9E0FF9F2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Unit test · GameService ve move analyzer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14673-42C6-43ED-9792-888D4F96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838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Integration test · FastAPI + fake engine + fake coach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B4A98-AB18-4CE4-9F47-CA1184DF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05250"/>
            <a:ext cx="628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Smoke test · gerçek server ve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CB308-8C8D-464B-B23F-60FD68A6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testi gerçek Stockfish ile çalıştırmak testleri yavaş ve kırılgan yapar.</a:t>
            </a:r>
          </a:p>
        </p:txBody>
      </p:sp>
    </p:spTree>
    <p:extLst>
      <p:ext uri="{BB962C8B-B14F-4D97-AF65-F5344CB8AC3E}">
        <p14:creationId xmlns:p14="http://schemas.microsoft.com/office/powerpoint/2010/main" val="52113546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83071-D724-4639-8D63-1FC965EF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EBE50-101A-418F-93E1-D74B87E2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İyi bir test neyi kanıtlar?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3B433-3B1B-4724-B9C9-E7C1AB91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096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def test_illegal_move_does_not_change_board():</a:t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game = GameService.new()</a:t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before = game.board.fen()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with pytest.raises(IllegalMoveError):</a:t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    game.play_move("e2", "e5")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assert game.board.fen() == before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14B63-307F-4FC5-B1EB-9D5C4A4D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Bu test yalnızca hatayı değil, hata sonrası state bütünlüğünü de kanıtlar.</a:t>
            </a:r>
          </a:p>
        </p:txBody>
      </p:sp>
    </p:spTree>
    <p:extLst>
      <p:ext uri="{BB962C8B-B14F-4D97-AF65-F5344CB8AC3E}">
        <p14:creationId xmlns:p14="http://schemas.microsoft.com/office/powerpoint/2010/main" val="41719125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FAE10-D595-40F2-82ED-1D6F3B96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A26EB-BF2D-45A3-AD25-9FE5BF14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4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00926-4049-4675-BD71-85725AD6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Geçersiz hamleyi reddedip oyunun state’ini bozmayan bir servis tasarlayabilirsin.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141DA-4E9C-4AF8-8A11-8EE1A608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“Validation, domain error ve external dependency failure durumlarını ayrı ele alıp uygun HTTP kodlarına çeviriyorum.”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B4133-F50E-4F61-8E23-0BECCAEC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Stockfish adapter ve UCI motor entegrasyonu</a:t>
            </a:r>
          </a:p>
        </p:txBody>
      </p:sp>
    </p:spTree>
    <p:extLst>
      <p:ext uri="{BB962C8B-B14F-4D97-AF65-F5344CB8AC3E}">
        <p14:creationId xmlns:p14="http://schemas.microsoft.com/office/powerpoint/2010/main" val="130128808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4F7C4-6553-4CF8-B86B-E32EADBD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adapter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9B1B3-9EF3-483C-8C53-0DB3F2DE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Motoru ürüne bağlamak: süreç, protokol ve güvenilirlik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E63C6-8F77-4447-A321-2FBB918D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5 · UCI, evaluation ve failure handling</a:t>
            </a:r>
          </a:p>
        </p:txBody>
      </p:sp>
    </p:spTree>
    <p:extLst>
      <p:ext uri="{BB962C8B-B14F-4D97-AF65-F5344CB8AC3E}">
        <p14:creationId xmlns:p14="http://schemas.microsoft.com/office/powerpoint/2010/main" val="140287604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0CC89-5722-417A-B8AF-3330FD08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A7F76-236E-423F-904C-690F05BC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ve LLM’in farklı görevleri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DCEB1-5195-4A2B-8255-3B4A8E4B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Stockfish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Pozisyonu hesaplar.</a:t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En iyi hamleyi önerir.</a:t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Skor ve principal variation üretir.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Doğruluk otoritesi.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7DD95-92DC-4EBF-8D2E-8EAB17D3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LLM coach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Motor sonucunu açıklar.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 seviyesine uyarlar.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Pedagojik dil üretir.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Açıklama katmanı.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F9DD6-9F42-4328-88F9-CC7AF559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LLM motor skorunu değiştiremez; Stockfish de pedagojik açıklama üretmek zorunda değildir.</a:t>
            </a:r>
          </a:p>
        </p:txBody>
      </p:sp>
    </p:spTree>
    <p:extLst>
      <p:ext uri="{BB962C8B-B14F-4D97-AF65-F5344CB8AC3E}">
        <p14:creationId xmlns:p14="http://schemas.microsoft.com/office/powerpoint/2010/main" val="74627046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5BB38-B978-4037-BB22-385ABD74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C568D-B61C-49AA-8850-D3306BDE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UCI sürecinin yaşam döngüsü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D2E80-8DC8-4F03-B8BE-697DE6AB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Başlat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D0727-82AC-4DE3-AED4-38214C89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SimpleEngine.popen_uci(path)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AA944-8CBE-479C-AC09-655188A2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Konum 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78271-1B90-4457-BD79-F6C09C66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050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board / FEN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03C0B-1F6C-4FF1-81B3-BA1CCB99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Limit koy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86B45-6560-4033-8744-060817CC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depth veya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21C2E-6214-44CE-ACD8-EAA10553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Analiz 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E0E52-84BC-4784-9DB9-2B6DCB17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766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engine.analyse(...)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E55B44-FD57-474D-A900-7B789BD1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Normalize 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38CD43-B852-4FB6-8451-955AC0DA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624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score + bestMove + pv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A37DA-163E-4EF1-82E6-8B252211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Kapat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AA7DC-5034-4498-B8CA-3787D43F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482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engine.quit()</a:t>
            </a:r>
          </a:p>
        </p:txBody>
      </p:sp>
    </p:spTree>
    <p:extLst>
      <p:ext uri="{BB962C8B-B14F-4D97-AF65-F5344CB8AC3E}">
        <p14:creationId xmlns:p14="http://schemas.microsoft.com/office/powerpoint/2010/main" val="31920815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9E369-4314-47F8-B444-0E0D308B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2BA4D-5BE6-4DFD-A48F-E4E072D7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Adapter sınırı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26E15-5B0E-4E78-82A6-605AA2DA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Uygulama ne gönderir?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board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depth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Uygulama Stockfish’in stdout’unu veya UCI satırlarını bilmez.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46781-58C6-4C50-A57B-12652BB7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62125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Adapter ne döner?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evaluation: {kind, value},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bestMove: "g1f3",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pv: [...]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Stabil uygulama DTO’su.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7F810-E181-4DCF-A90E-B2D6F1C0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Harici aracın değişken ayrıntılarını tek bir sınırın arkasında tutuyoruz.</a:t>
            </a:r>
          </a:p>
        </p:txBody>
      </p:sp>
    </p:spTree>
    <p:extLst>
      <p:ext uri="{BB962C8B-B14F-4D97-AF65-F5344CB8AC3E}">
        <p14:creationId xmlns:p14="http://schemas.microsoft.com/office/powerpoint/2010/main" val="180499191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5BAAB-4D45-4097-B825-B53AFD94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54DFD-BE14-4D8E-B397-5A9F5880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Evaluation: centipawn ve mate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106C8-C5FF-46E3-A322-4D519A1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Centipawn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{ kind: "centipawn", value: 35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+0.35 piyon = küçük beyaz avantajı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Skor beyaz perspektifinden normalize edilir.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4A10B-B2A1-430F-A0FD-18597D59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{ kind: "mate", value: 3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Beyaz 3 hamlede mat eder.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Negatif değer siyah lehine matı gösterir.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Mate’i cp gibi hesaplamayız.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859C5-16D7-4F38-82BF-8CCBF065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Skor türü bilinmeden centipawn loss hesaplamak yanlış sınıflandırma üretir.</a:t>
            </a:r>
          </a:p>
        </p:txBody>
      </p:sp>
    </p:spTree>
    <p:extLst>
      <p:ext uri="{BB962C8B-B14F-4D97-AF65-F5344CB8AC3E}">
        <p14:creationId xmlns:p14="http://schemas.microsoft.com/office/powerpoint/2010/main" val="174682960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2A0ED-BE8E-427A-8154-18EF9D75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421F9-6B89-42E7-A6CC-987561AB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Harici süreç güvenilirliği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A2F0A-4446-4F40-99FB-FE654EFD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Dosya yok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38159-A78E-46DC-B850-5FD5B364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66875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STOCKFISH_PATH yanlışsa 503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41392-B5BE-45C1-B9AD-B89481CE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Timeout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7E8A1-F236-49D0-97E5-61FD9F99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0030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İsteği sonsuza kadar bekletme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E9612-8765-4ABF-9469-F1864A8E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Concurrency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77B63-5022-4F69-85C1-AA8E7BA2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33725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Tek engine üzerinde lock/queue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D7FAE-3796-4FDB-9753-284022E1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Kapanış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4220B-4B20-48B9-9F36-7E61EBF0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6715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Uygulama kapanırken engine.quit()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5D261-6B93-4F9F-914F-D17CEC25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Yanlış çıktı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11DA0-7245-456E-B6D7-3EDD905F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00575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UCI best move tekrar legal kontrol</a:t>
            </a:r>
          </a:p>
        </p:txBody>
      </p:sp>
    </p:spTree>
    <p:extLst>
      <p:ext uri="{BB962C8B-B14F-4D97-AF65-F5344CB8AC3E}">
        <p14:creationId xmlns:p14="http://schemas.microsoft.com/office/powerpoint/2010/main" val="80980106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7A7A7-80B6-4268-B21F-5FE11868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7481F-F5F4-4C30-ADE6-B11EB06D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5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A2142-DD88-4FFE-BFD4-9453E1B5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Stockfish’i sadece çağırmayı değil, çıktısını normalize edip güvenilir bir uygulama sözleşmesine dönüştürmeyi öğrendin.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88A4E-B90A-43C4-BFEC-5FB01C10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“Stockfish’i UCI adapter arkasına aldım; mate ve centipawn skorlarını beyaz perspektifine normalize edip timeout ve legal-move kontrolleri ekledim.”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E127E-9121-4C47-B560-9ABA199A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Move analysis, classification ve evaluation</a:t>
            </a:r>
          </a:p>
        </p:txBody>
      </p:sp>
    </p:spTree>
    <p:extLst>
      <p:ext uri="{BB962C8B-B14F-4D97-AF65-F5344CB8AC3E}">
        <p14:creationId xmlns:p14="http://schemas.microsoft.com/office/powerpoint/2010/main" val="143638556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1E8B9-D460-4DCB-AEEA-47B1E677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6B172-05D6-4654-9C70-C767C1A3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Motor skorunu insan için anlamlı bir geri bildirime çevirmek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B3B3F-A12E-437B-B962-762DE1BD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6 · Loss, classification ve evaluation</a:t>
            </a:r>
          </a:p>
        </p:txBody>
      </p:sp>
    </p:spTree>
    <p:extLst>
      <p:ext uri="{BB962C8B-B14F-4D97-AF65-F5344CB8AC3E}">
        <p14:creationId xmlns:p14="http://schemas.microsoft.com/office/powerpoint/2010/main" val="21071503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9ADBC-6EAE-46DF-8ADA-F4F0B33E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BB9D1-292A-489D-813F-6F1FB8CE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analizi iki pozisyonu karşılaştırır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A9681-A59E-4E1B-8B33-72B4EB68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000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 before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oynanmadan önce</a:t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skoru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+0.40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57176-E881-472C-BE12-4ECC83FF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24125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oyuncu</a:t>
            </a:r>
          </a:p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hamlesi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FD316-903D-4991-A39B-4C00EA06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4000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FEN after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Hamle oynandıktan sonra</a:t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Stockfish skoru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-0.80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3600D-CD17-4345-99CB-923E9BBE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Analiz, tek başına “motor ne dedi?” değil, hamlenin konumu nasıl değiştirdiğidir.</a:t>
            </a:r>
          </a:p>
        </p:txBody>
      </p:sp>
    </p:spTree>
    <p:extLst>
      <p:ext uri="{BB962C8B-B14F-4D97-AF65-F5344CB8AC3E}">
        <p14:creationId xmlns:p14="http://schemas.microsoft.com/office/powerpoint/2010/main" val="118037391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27820-9142-4189-BEEF-C43E10CA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B9F82-107F-46D7-B52E-40C6712F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Centipawn loss oyuncu perspektifinden hesaplanır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698D3-A638-4426-B94C-D2C7C114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Beyaz oynadıysa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loss = before − after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+0.80’den +0.30’a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50 centipawn kayıp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C5C54-B63C-474A-B83D-D965B15F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Siyah oynadıysa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loss = after − before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+0.30’den +0.80’e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50 centipawn kayıp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1CA8A-A6D0-4554-8916-D7403379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Skor beyaz perspektifinde tutulur; loss hesabı hamleyi yapan oyuncuya göre yön değiştirir.</a:t>
            </a:r>
          </a:p>
        </p:txBody>
      </p:sp>
    </p:spTree>
    <p:extLst>
      <p:ext uri="{BB962C8B-B14F-4D97-AF65-F5344CB8AC3E}">
        <p14:creationId xmlns:p14="http://schemas.microsoft.com/office/powerpoint/2010/main" val="108399259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1EC59A-C36D-4DCA-812E-10EE2189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4C2EC-BFF0-4C59-911E-56A35CAE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Centipawn loss’tan hamle sınıfına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536CB-A449-4D96-90B6-578D3520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0–10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A0F1C-DC26-4958-95F3-9000F2CC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668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56144-3D84-4536-8155-C3282AB8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668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çok güçlü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710A3-74D6-420C-909A-23A26E13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11–50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BB2D9-690A-4A23-8FBC-39FEB75B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907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good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67035-4663-4866-BC1C-F8CF0A59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907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ara seviye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4A901-BA79-496C-9695-9CC16B90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51–100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3E678-5043-4945-A06B-6EFBC63C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146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6006F-C3A0-4C75-B4B0-22B27B01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146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ara seviye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4EE7D-B821-4B46-9E45-7D2FFB77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101–200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6B7699-7169-472E-8054-2E2B5926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385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mistake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CD564-6DC3-4678-8529-061804DA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385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ara seviye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050FF-E10E-41BF-BAA4-AE332343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624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201+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48869-5318-4DA9-B681-BF99CA09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624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blunder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80626-0E35-44F9-A08C-DE902ABD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624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ciddi kayıp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358BCB-9405-45EE-A86E-922A562A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Eşikler ürün kararlarıdır; motorun doğal gerçeği değildir.</a:t>
            </a:r>
          </a:p>
        </p:txBody>
      </p:sp>
    </p:spTree>
    <p:extLst>
      <p:ext uri="{BB962C8B-B14F-4D97-AF65-F5344CB8AC3E}">
        <p14:creationId xmlns:p14="http://schemas.microsoft.com/office/powerpoint/2010/main" val="113467585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4B19B-5535-4015-B788-7A642C21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C8719-EE0A-45EC-A4B2-F8CE6EC8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Mate skorları ayrı sınıflandırılır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C282B-4A6C-42AB-80BB-A9366C8B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Normal skor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cp → 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centipawn loss hesabı yapılır.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C9E97-7141-457A-8595-8D55625E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Mate geçişi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mate → cp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cp → mate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blunder veya forced mate sonucu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olarak sınıflandırılır.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4D9F4-2EF1-4BE3-ADDA-91512AFE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Mate’i 100000 centipawn gibi sahte bir sayıya çevirip normal loss hesabına sokmuyoruz.</a:t>
            </a:r>
          </a:p>
        </p:txBody>
      </p:sp>
    </p:spTree>
    <p:extLst>
      <p:ext uri="{BB962C8B-B14F-4D97-AF65-F5344CB8AC3E}">
        <p14:creationId xmlns:p14="http://schemas.microsoft.com/office/powerpoint/2010/main" val="189754185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1D3133-D415-46D8-BA15-B30433DC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29DF3-CEFB-4145-806A-1640EDAC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573F7-E4A4-4A7B-ADDC-0043127F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8AE9A-B808-4944-9AE0-0AC98C65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6687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7A931-A4B9-4FF5-BF6B-1D265210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66875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kind + value + pv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E1734-8C2F-4975-80C2-095F45FA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28F3A-6E74-4D37-8185-D5145D8F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003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Perspective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B9E90-ADF4-4006-8540-A06B7708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0030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white / black mover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F6C14-0F32-4387-BF35-A19F01F6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BCDD0-AA88-4E6D-A524-ACE6C16A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3372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C0F8A-609F-4607-B3BA-311C062F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33725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loss veya mate outcome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6BB87-DB83-4018-ACD7-25F631A8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10C768-390A-4ECD-8AAA-9F46D0D9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671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Classification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E67114-6D97-462A-9284-8D1F091F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671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best → blunder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70EC1-5142-4A7C-B243-9392A1F1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C84BF-F049-4BD3-8E58-A26334E6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0057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Coach input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C4CD4F-37D6-434E-BCB7-777E1791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00575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validated structured data</a:t>
            </a:r>
          </a:p>
        </p:txBody>
      </p:sp>
    </p:spTree>
    <p:extLst>
      <p:ext uri="{BB962C8B-B14F-4D97-AF65-F5344CB8AC3E}">
        <p14:creationId xmlns:p14="http://schemas.microsoft.com/office/powerpoint/2010/main" val="21024012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0CA3A-A881-4C4D-B5F0-896A70AD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8A9EF-590F-4039-8C90-F647C614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6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182DD-DD2F-4BD4-AB9C-D9F62778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 motor skorunu, oyuncu perspektifine göre anlamlandırılmış ve test edilebilir bir move analysis’e çevirebilirsin.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8899A-5DF1-4699-A596-2D4285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“Centipawn loss’u hamleyi yapan oyuncunun perspektifinde hesaplıyor, mate geçişlerini ayrı sınıflandırıyor ve LLM’e yalnızca doğrulanmış analysis DTO’su gönderiyorum.”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0601B-12F5-4A67-8C31-D3435554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Coach prompt, structured output ve LLM validation</a:t>
            </a:r>
          </a:p>
        </p:txBody>
      </p:sp>
    </p:spTree>
    <p:extLst>
      <p:ext uri="{BB962C8B-B14F-4D97-AF65-F5344CB8AC3E}">
        <p14:creationId xmlns:p14="http://schemas.microsoft.com/office/powerpoint/2010/main" val="163519084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DEEBD-8097-4459-B4F8-7046BB27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LLM coach katmanı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855B6-2DA4-4B3D-A7AD-390E1399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Motor sonucunu değiştirmeden, insana anlaşılır hale getirmek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DC9E6-5BEF-4748-A483-B9B945A6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7 · Prompt, JSON output ve validation</a:t>
            </a:r>
          </a:p>
        </p:txBody>
      </p:sp>
    </p:spTree>
    <p:extLst>
      <p:ext uri="{BB962C8B-B14F-4D97-AF65-F5344CB8AC3E}">
        <p14:creationId xmlns:p14="http://schemas.microsoft.com/office/powerpoint/2010/main" val="52750068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FE289E-42B3-4EA0-B537-1EF4C9B4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7E669-9570-4D6D-8A91-BB3BC14D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Coach katmanının sınırı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3E285-32B1-4348-B63E-188F8F40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LLM’e verilen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güvenilir veriler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playedMove</a:t>
            </a:r>
          </a:p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bestMove</a:t>
            </a:r>
          </a:p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</a:t>
            </a:r>
          </a:p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classification</a:t>
            </a:r>
          </a:p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engineReply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76068-0CAD-45C5-BC4A-119E02BD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LLM’in görevi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Bu veriyi değiştirmeden</a:t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Türkçe açıklamak.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Kendi skorunu üretmemek.</a:t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Hamleyi yeniden değerlendirmemek.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34C90-29FD-473A-AB18-9FE3DAB9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Stockfish hesaplar; LLM açıklamayı üretir.</a:t>
            </a:r>
          </a:p>
        </p:txBody>
      </p:sp>
    </p:spTree>
    <p:extLst>
      <p:ext uri="{BB962C8B-B14F-4D97-AF65-F5344CB8AC3E}">
        <p14:creationId xmlns:p14="http://schemas.microsoft.com/office/powerpoint/2010/main" val="2987429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257AE-4ADF-46F9-AE9C-FA68B6E0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EFC7D-E72E-4498-AD95-CA337875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Prompt’a ne gönderiyoruz?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7DC58-B427-4D1E-A21A-EE7585F5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572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İzin verilen alanlar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classification</a:t>
            </a:r>
          </a:p>
          <a:p xmlns:a="http://schemas.openxmlformats.org/drawingml/2006/main">
            <a:pPr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mover</a:t>
            </a:r>
          </a:p>
          <a:p xmlns:a="http://schemas.openxmlformats.org/drawingml/2006/main">
            <a:pPr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playedMove</a:t>
            </a:r>
          </a:p>
          <a:p xmlns:a="http://schemas.openxmlformats.org/drawingml/2006/main">
            <a:pPr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bestMove</a:t>
            </a:r>
          </a:p>
          <a:p xmlns:a="http://schemas.openxmlformats.org/drawingml/2006/main">
            <a:pPr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evaluationBefore</a:t>
            </a:r>
          </a:p>
          <a:p xmlns:a="http://schemas.openxmlformats.org/drawingml/2006/main">
            <a:pPr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evaluationAfter</a:t>
            </a:r>
          </a:p>
          <a:p xmlns:a="http://schemas.openxmlformats.org/drawingml/2006/main">
            <a:pPr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lossInCentipawns</a:t>
            </a:r>
          </a:p>
          <a:p xmlns:a="http://schemas.openxmlformats.org/drawingml/2006/main">
            <a:pPr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engineReply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9E24C-2705-4C9C-841D-DB0A4AD6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4572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Neden allowlist?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Gereksiz bağlamı azaltır</a:t>
            </a:r>
          </a:p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Prompt injection yüzeyini daraltır</a:t>
            </a:r>
          </a:p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Test edilebilirliği artırır</a:t>
            </a:r>
          </a:p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Modelin rolünü sınırlar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1576A-DBFD-4DF7-BE59-A2E66A13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LLM’e ham FEN veya istemci iddiası değil, backend’in ürettiği DTO gider.</a:t>
            </a:r>
          </a:p>
        </p:txBody>
      </p:sp>
    </p:spTree>
    <p:extLst>
      <p:ext uri="{BB962C8B-B14F-4D97-AF65-F5344CB8AC3E}">
        <p14:creationId xmlns:p14="http://schemas.microsoft.com/office/powerpoint/2010/main" val="182879306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9E1B2-C584-45FF-A536-7B58B1C8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9A22C-8569-472D-9B1E-00391E03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Structured output neden gerekli?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9DE2E-1699-4C18-88E9-D8551C0B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Serbest metin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“Bence bu hamle biraz kötü...</a:t>
            </a:r>
          </a:p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Belki d4 oynanabilirdi...”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Parsing ve UI güveni zayıf.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E2919-94E2-441F-B088-2EE9DE44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JSON sözleşmesi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summary,</a:t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explanation,</a:t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lesson,</a:t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confidence</a:t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Validation yapılabilir.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D270E-B742-44CF-BDE5-60A1BFC1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UI, modelin cümlesini değil, doğrulanmış response schema’sını tüketir.</a:t>
            </a:r>
          </a:p>
        </p:txBody>
      </p:sp>
    </p:spTree>
    <p:extLst>
      <p:ext uri="{BB962C8B-B14F-4D97-AF65-F5344CB8AC3E}">
        <p14:creationId xmlns:p14="http://schemas.microsoft.com/office/powerpoint/2010/main" val="102958480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EDB2B1-025C-494C-B8F2-51EF7D67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D5D9C-8D70-4DBA-B253-60DA7123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Model cevabı güvenilir değilse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D43AD5-9262-4D08-AEBB-D193B335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E44E7-2EC7-4296-AE5B-26303ADD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66875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HTTP timeout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B02FD-B48D-42AD-A123-2F1C2CC6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6687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Fallback coach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29AA8-6220-4766-8E79-AE4F74C9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F5949-E432-4800-A75D-95F93870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00300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JSON parse error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EB95F-E6A9-4260-A4FB-74262CCE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Fallback coach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51DF1-9D0E-4B8E-9E47-03C2488E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20D3A2-AD32-4FEE-B215-7E2D2F93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33725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Alan eksik veya yanlış tip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DAE6B-3F7E-4F9A-82F3-FF4AF263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3372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Fallback coach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B02676-3CD4-4864-BC0F-4E03E51F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3BD6B-B25D-4B5F-88C7-40864D0C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67150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Confidence geçersiz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04B212-E09A-4352-A140-B26194E0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671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Fallback coach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3C910-39EA-4931-9B45-FD0D482C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89F2D3-C564-47B0-985F-49AF43EB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00575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Geçerli response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CF00C-D64B-4BA9-8D59-9CA3534D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0057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UI’ye gönder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3F2B77-5A03-4879-8416-0DCD8839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LLM kullanılamıyor diye satranç state’i veya motor analizi bozulmamalı.</a:t>
            </a:r>
          </a:p>
        </p:txBody>
      </p:sp>
    </p:spTree>
    <p:extLst>
      <p:ext uri="{BB962C8B-B14F-4D97-AF65-F5344CB8AC3E}">
        <p14:creationId xmlns:p14="http://schemas.microsoft.com/office/powerpoint/2010/main" val="25416543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B13B3-A4B0-4E38-B956-84E085E0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C83D9-19AC-4F17-AA9B-266019B3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Grounding, RAG ve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62370-9A3C-4643-92F0-3D8E01E6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048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MVP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hesaplar</a:t>
            </a:r>
          </a:p>
          <a:p xmlns:a="http://schemas.openxmlformats.org/drawingml/2006/main">
            <a:pPr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→ prompt context</a:t>
            </a:r>
          </a:p>
          <a:p xmlns:a="http://schemas.openxmlformats.org/drawingml/2006/main">
            <a:pPr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→ LLM açıklar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Retrieval yok.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8FA67-53A9-448D-A0CE-8F1E1A7D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48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İleride RAG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Eski oyunlar</a:t>
            </a:r>
          </a:p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öğretim materyali</a:t>
            </a:r>
          </a:p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benzer pozisyonlar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Arama +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98496-860D-4D28-9A43-CA7BB9FC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2571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Evaluation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Doğru mu?</a:t>
            </a:r>
          </a:p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Anlaşılır mı?</a:t>
            </a:r>
          </a:p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Tutarlı mı?</a:t>
            </a:r>
          </a:p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Maliyeti ne?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C9271-7679-4927-B8CC-D26EE90D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RAG bağlam getirir; evaluation sistemin iyi çalışıp çalışmadığını ölçer.</a:t>
            </a:r>
          </a:p>
        </p:txBody>
      </p:sp>
    </p:spTree>
    <p:extLst>
      <p:ext uri="{BB962C8B-B14F-4D97-AF65-F5344CB8AC3E}">
        <p14:creationId xmlns:p14="http://schemas.microsoft.com/office/powerpoint/2010/main" val="93315277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2B050-4CF1-4F94-A677-8CBD2DB7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E0FA6-DC83-469C-9E5C-3C5973B7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7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B776A-8311-4705-9A0F-A748FBD9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LLM’i serbest karar verici olarak değil, doğrulanmış analiz DTO’sunu açıklayan kontrollü bir katman olarak tasarlayabilirsin.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22FDA-98E1-42C5-9BCE-3F301267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“LLM’e allowlist edilmiş structured context gönderiyor, JSON response’u validate ediyor ve model hatasında deterministic fallback kullanıyorum.”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B6D4E-3524-4DD3-B6D3-A8953A4F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Evaluation dataset ve AI quality ölçümü</a:t>
            </a:r>
          </a:p>
        </p:txBody>
      </p:sp>
    </p:spTree>
    <p:extLst>
      <p:ext uri="{BB962C8B-B14F-4D97-AF65-F5344CB8AC3E}">
        <p14:creationId xmlns:p14="http://schemas.microsoft.com/office/powerpoint/2010/main" val="5678710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2026-09-21T18:20:12.3120000Z</dcterms:created>
  <dcterms:modified xsi:type="dcterms:W3CDTF">2026-09-21T18:20:12.3120000Z</dcterms:modified>
</coreProperties>
</file>