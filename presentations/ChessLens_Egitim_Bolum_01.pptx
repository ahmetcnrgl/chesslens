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4cbfdcfc745ed" /><Relationship Type="http://schemas.openxmlformats.org/officeDocument/2006/relationships/extended-properties" Target="/docProps/app.xml" Id="R3df77dff537f416f" /><Relationship Type="http://schemas.openxmlformats.org/officeDocument/2006/relationships/officeDocument" Target="/ppt/presentation.xml" Id="R0c3d2f78f8f746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ec9159e504288"/>
  </p:sldMasterIdLst>
  <p:notesMasterIdLst>
    <p:notesMasterId xmlns:r="http://schemas.openxmlformats.org/officeDocument/2006/relationships" r:id="Rcf6b716191124b47"/>
  </p:notesMasterIdLst>
  <p:sldIdLst>
    <p:sldId xmlns:r="http://schemas.openxmlformats.org/officeDocument/2006/relationships" id="256" r:id="R4245cd2c67a149b9"/>
    <p:sldId xmlns:r="http://schemas.openxmlformats.org/officeDocument/2006/relationships" id="257" r:id="Rf8b06eab5925408f"/>
    <p:sldId xmlns:r="http://schemas.openxmlformats.org/officeDocument/2006/relationships" id="258" r:id="R940c3fc4171a4966"/>
    <p:sldId xmlns:r="http://schemas.openxmlformats.org/officeDocument/2006/relationships" id="259" r:id="R25cde81947354798"/>
    <p:sldId xmlns:r="http://schemas.openxmlformats.org/officeDocument/2006/relationships" id="260" r:id="R8f22f15327844684"/>
    <p:sldId xmlns:r="http://schemas.openxmlformats.org/officeDocument/2006/relationships" id="261" r:id="Rbc2b6973e5d54eba"/>
    <p:sldId xmlns:r="http://schemas.openxmlformats.org/officeDocument/2006/relationships" id="262" r:id="R5929688967b045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dfb8b8e0694682" /><Relationship Type="http://schemas.openxmlformats.org/officeDocument/2006/relationships/slideMaster" Target="/ppt/slideMasters/slideMaster1.xml" Id="R8abec9159e504288" /><Relationship Type="http://schemas.openxmlformats.org/officeDocument/2006/relationships/notesMaster" Target="/ppt/notesMasters/notesMaster1.xml" Id="Rcf6b716191124b47" /><Relationship Type="http://schemas.openxmlformats.org/officeDocument/2006/relationships/presProps" Target="/ppt/presProps.xml" Id="R814643fbf58c471d" /><Relationship Type="http://schemas.openxmlformats.org/officeDocument/2006/relationships/tableStyles" Target="/ppt/tableStyles.xml" Id="R092e8f6d9d4f4ebe" /><Relationship Type="http://schemas.openxmlformats.org/officeDocument/2006/relationships/slide" Target="/ppt/slides/slide1.xml" Id="R4245cd2c67a149b9" /><Relationship Type="http://schemas.openxmlformats.org/officeDocument/2006/relationships/slide" Target="/ppt/slides/slide2.xml" Id="Rf8b06eab5925408f" /><Relationship Type="http://schemas.openxmlformats.org/officeDocument/2006/relationships/slide" Target="/ppt/slides/slide3.xml" Id="R940c3fc4171a4966" /><Relationship Type="http://schemas.openxmlformats.org/officeDocument/2006/relationships/slide" Target="/ppt/slides/slide4.xml" Id="R25cde81947354798" /><Relationship Type="http://schemas.openxmlformats.org/officeDocument/2006/relationships/slide" Target="/ppt/slides/slide5.xml" Id="R8f22f15327844684" /><Relationship Type="http://schemas.openxmlformats.org/officeDocument/2006/relationships/slide" Target="/ppt/slides/slide6.xml" Id="Rbc2b6973e5d54eba" /><Relationship Type="http://schemas.openxmlformats.org/officeDocument/2006/relationships/slide" Target="/ppt/slides/slide7.xml" Id="R5929688967b045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147549eecd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dfe22fd844007" /><Relationship Type="http://schemas.openxmlformats.org/officeDocument/2006/relationships/notesMaster" Target="/ppt/notesMasters/notesMaster1.xml" Id="Rf0e5297d1f1b4c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65236f54624c0c" /><Relationship Type="http://schemas.openxmlformats.org/officeDocument/2006/relationships/notesMaster" Target="/ppt/notesMasters/notesMaster1.xml" Id="R44b33ecba2b24f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ac7c25e244e7f" /><Relationship Type="http://schemas.openxmlformats.org/officeDocument/2006/relationships/notesMaster" Target="/ppt/notesMasters/notesMaster1.xml" Id="R6855107bd689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8366098eb4540" /><Relationship Type="http://schemas.openxmlformats.org/officeDocument/2006/relationships/notesMaster" Target="/ppt/notesMasters/notesMaster1.xml" Id="Rfac19fe98960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c82986b0d44bf7" /><Relationship Type="http://schemas.openxmlformats.org/officeDocument/2006/relationships/notesMaster" Target="/ppt/notesMasters/notesMaster1.xml" Id="R783c3e812bfb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ba9ed7505f4217" /><Relationship Type="http://schemas.openxmlformats.org/officeDocument/2006/relationships/notesMaster" Target="/ppt/notesMasters/notesMaster1.xml" Id="Rf14f2e7c812a46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3d9aaae9614e1d" /><Relationship Type="http://schemas.openxmlformats.org/officeDocument/2006/relationships/notesMaster" Target="/ppt/notesMasters/notesMaster1.xml" Id="Rb88cc5bb4d41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880d0a10c4f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6809b2c424f65" /><Relationship Type="http://schemas.openxmlformats.org/officeDocument/2006/relationships/slideLayout" Target="/ppt/slideLayouts/slideLayout1.xml" Id="R931dcc91880649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dcc91880649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1f97c83cb441b" /><Relationship Type="http://schemas.openxmlformats.org/officeDocument/2006/relationships/notesSlide" Target="/ppt/notesSlides/notesSlide1.xml" Id="R182238814d7340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ca7ade20d4d09" /><Relationship Type="http://schemas.openxmlformats.org/officeDocument/2006/relationships/notesSlide" Target="/ppt/notesSlides/notesSlide2.xml" Id="R38a7e5194c1145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6bf2d72174706" /><Relationship Type="http://schemas.openxmlformats.org/officeDocument/2006/relationships/notesSlide" Target="/ppt/notesSlides/notesSlide3.xml" Id="R7b47617f39b14c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5569881a475a" /><Relationship Type="http://schemas.openxmlformats.org/officeDocument/2006/relationships/notesSlide" Target="/ppt/notesSlides/notesSlide4.xml" Id="R6d9701e5f717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73c0b0e6c419e" /><Relationship Type="http://schemas.openxmlformats.org/officeDocument/2006/relationships/notesSlide" Target="/ppt/notesSlides/notesSlide5.xml" Id="Rce20ada17716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7e78eadad4a89" /><Relationship Type="http://schemas.openxmlformats.org/officeDocument/2006/relationships/notesSlide" Target="/ppt/notesSlides/notesSlide6.xml" Id="R4f56e07b51144f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6a10ba8454851" /><Relationship Type="http://schemas.openxmlformats.org/officeDocument/2006/relationships/notesSlide" Target="/ppt/notesSlides/notesSlide7.xml" Id="Rb2a26ed55b8847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2026-09-21T18:02:51.9650000Z</dcterms:created>
  <dcterms:modified xsi:type="dcterms:W3CDTF">2026-09-21T18:02:51.9650000Z</dcterms:modified>
</coreProperties>
</file>