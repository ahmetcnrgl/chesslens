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0e23c28ce42d0" /><Relationship Type="http://schemas.openxmlformats.org/officeDocument/2006/relationships/extended-properties" Target="/docProps/app.xml" Id="R2e3609c2e824479c" /><Relationship Type="http://schemas.openxmlformats.org/officeDocument/2006/relationships/officeDocument" Target="/ppt/presentation.xml" Id="R33d7ba0335cb4f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2b821db01e4f14"/>
  </p:sldMasterIdLst>
  <p:notesMasterIdLst>
    <p:notesMasterId xmlns:r="http://schemas.openxmlformats.org/officeDocument/2006/relationships" r:id="R3746b8f7d81e4760"/>
  </p:notesMasterIdLst>
  <p:sldIdLst>
    <p:sldId xmlns:r="http://schemas.openxmlformats.org/officeDocument/2006/relationships" id="256" r:id="Rf9a68eafab4545fc"/>
    <p:sldId xmlns:r="http://schemas.openxmlformats.org/officeDocument/2006/relationships" id="257" r:id="Rbd16375eadae48b7"/>
    <p:sldId xmlns:r="http://schemas.openxmlformats.org/officeDocument/2006/relationships" id="258" r:id="R561a50c51b9b423a"/>
    <p:sldId xmlns:r="http://schemas.openxmlformats.org/officeDocument/2006/relationships" id="259" r:id="R8a0f6f1f99cf498e"/>
    <p:sldId xmlns:r="http://schemas.openxmlformats.org/officeDocument/2006/relationships" id="260" r:id="Rb406daf98ecc40d6"/>
    <p:sldId xmlns:r="http://schemas.openxmlformats.org/officeDocument/2006/relationships" id="261" r:id="Rf929394ff3ac4c0c"/>
    <p:sldId xmlns:r="http://schemas.openxmlformats.org/officeDocument/2006/relationships" id="262" r:id="R799afc6235984865"/>
    <p:sldId xmlns:r="http://schemas.openxmlformats.org/officeDocument/2006/relationships" id="263" r:id="Re7706ef599cc43dd"/>
    <p:sldId xmlns:r="http://schemas.openxmlformats.org/officeDocument/2006/relationships" id="264" r:id="R6d5dc50a931644d3"/>
    <p:sldId xmlns:r="http://schemas.openxmlformats.org/officeDocument/2006/relationships" id="265" r:id="R97162ecd72a04193"/>
    <p:sldId xmlns:r="http://schemas.openxmlformats.org/officeDocument/2006/relationships" id="266" r:id="Rde848afb645b4dea"/>
    <p:sldId xmlns:r="http://schemas.openxmlformats.org/officeDocument/2006/relationships" id="267" r:id="Rfdaebad5fbbe44c4"/>
    <p:sldId xmlns:r="http://schemas.openxmlformats.org/officeDocument/2006/relationships" id="268" r:id="R479ce4c6a61a493c"/>
    <p:sldId xmlns:r="http://schemas.openxmlformats.org/officeDocument/2006/relationships" id="269" r:id="R8adac69f857242ea"/>
    <p:sldId xmlns:r="http://schemas.openxmlformats.org/officeDocument/2006/relationships" id="270" r:id="R0241b66d69b548b5"/>
    <p:sldId xmlns:r="http://schemas.openxmlformats.org/officeDocument/2006/relationships" id="271" r:id="Rb44250913e1d484a"/>
    <p:sldId xmlns:r="http://schemas.openxmlformats.org/officeDocument/2006/relationships" id="272" r:id="R1fc0a452880146c4"/>
    <p:sldId xmlns:r="http://schemas.openxmlformats.org/officeDocument/2006/relationships" id="273" r:id="R3df37e3d0714440d"/>
    <p:sldId xmlns:r="http://schemas.openxmlformats.org/officeDocument/2006/relationships" id="274" r:id="R742c79d00c744fbd"/>
    <p:sldId xmlns:r="http://schemas.openxmlformats.org/officeDocument/2006/relationships" id="275" r:id="R395fee4c915c4fb1"/>
    <p:sldId xmlns:r="http://schemas.openxmlformats.org/officeDocument/2006/relationships" id="276" r:id="Re6aba073e8dc4177"/>
    <p:sldId xmlns:r="http://schemas.openxmlformats.org/officeDocument/2006/relationships" id="277" r:id="R3931875344044c0e"/>
    <p:sldId xmlns:r="http://schemas.openxmlformats.org/officeDocument/2006/relationships" id="278" r:id="Rafc324b4f08d4af8"/>
    <p:sldId xmlns:r="http://schemas.openxmlformats.org/officeDocument/2006/relationships" id="279" r:id="Rf61fa1c663094d85"/>
    <p:sldId xmlns:r="http://schemas.openxmlformats.org/officeDocument/2006/relationships" id="280" r:id="Rd964b7a0e34a47b2"/>
    <p:sldId xmlns:r="http://schemas.openxmlformats.org/officeDocument/2006/relationships" id="281" r:id="R9439c8ca7b0a449c"/>
    <p:sldId xmlns:r="http://schemas.openxmlformats.org/officeDocument/2006/relationships" id="282" r:id="R8f806289a8a3412c"/>
    <p:sldId xmlns:r="http://schemas.openxmlformats.org/officeDocument/2006/relationships" id="283" r:id="Rdd3ab64fb29e45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2f249c99f144da" /><Relationship Type="http://schemas.openxmlformats.org/officeDocument/2006/relationships/slideMaster" Target="/ppt/slideMasters/slideMaster1.xml" Id="Ra22b821db01e4f14" /><Relationship Type="http://schemas.openxmlformats.org/officeDocument/2006/relationships/notesMaster" Target="/ppt/notesMasters/notesMaster1.xml" Id="R3746b8f7d81e4760" /><Relationship Type="http://schemas.openxmlformats.org/officeDocument/2006/relationships/presProps" Target="/ppt/presProps.xml" Id="R521f566aece541d3" /><Relationship Type="http://schemas.openxmlformats.org/officeDocument/2006/relationships/tableStyles" Target="/ppt/tableStyles.xml" Id="Ra47c567b95a84a9d" /><Relationship Type="http://schemas.openxmlformats.org/officeDocument/2006/relationships/slide" Target="/ppt/slides/slide1.xml" Id="Rf9a68eafab4545fc" /><Relationship Type="http://schemas.openxmlformats.org/officeDocument/2006/relationships/slide" Target="/ppt/slides/slide2.xml" Id="Rbd16375eadae48b7" /><Relationship Type="http://schemas.openxmlformats.org/officeDocument/2006/relationships/slide" Target="/ppt/slides/slide3.xml" Id="R561a50c51b9b423a" /><Relationship Type="http://schemas.openxmlformats.org/officeDocument/2006/relationships/slide" Target="/ppt/slides/slide4.xml" Id="R8a0f6f1f99cf498e" /><Relationship Type="http://schemas.openxmlformats.org/officeDocument/2006/relationships/slide" Target="/ppt/slides/slide5.xml" Id="Rb406daf98ecc40d6" /><Relationship Type="http://schemas.openxmlformats.org/officeDocument/2006/relationships/slide" Target="/ppt/slides/slide6.xml" Id="Rf929394ff3ac4c0c" /><Relationship Type="http://schemas.openxmlformats.org/officeDocument/2006/relationships/slide" Target="/ppt/slides/slide7.xml" Id="R799afc6235984865" /><Relationship Type="http://schemas.openxmlformats.org/officeDocument/2006/relationships/slide" Target="/ppt/slides/slide8.xml" Id="Re7706ef599cc43dd" /><Relationship Type="http://schemas.openxmlformats.org/officeDocument/2006/relationships/slide" Target="/ppt/slides/slide9.xml" Id="R6d5dc50a931644d3" /><Relationship Type="http://schemas.openxmlformats.org/officeDocument/2006/relationships/slide" Target="/ppt/slides/slide10.xml" Id="R97162ecd72a04193" /><Relationship Type="http://schemas.openxmlformats.org/officeDocument/2006/relationships/slide" Target="/ppt/slides/slide11.xml" Id="Rde848afb645b4dea" /><Relationship Type="http://schemas.openxmlformats.org/officeDocument/2006/relationships/slide" Target="/ppt/slides/slide12.xml" Id="Rfdaebad5fbbe44c4" /><Relationship Type="http://schemas.openxmlformats.org/officeDocument/2006/relationships/slide" Target="/ppt/slides/slide13.xml" Id="R479ce4c6a61a493c" /><Relationship Type="http://schemas.openxmlformats.org/officeDocument/2006/relationships/slide" Target="/ppt/slides/slide14.xml" Id="R8adac69f857242ea" /><Relationship Type="http://schemas.openxmlformats.org/officeDocument/2006/relationships/slide" Target="/ppt/slides/slide15.xml" Id="R0241b66d69b548b5" /><Relationship Type="http://schemas.openxmlformats.org/officeDocument/2006/relationships/slide" Target="/ppt/slides/slide16.xml" Id="Rb44250913e1d484a" /><Relationship Type="http://schemas.openxmlformats.org/officeDocument/2006/relationships/slide" Target="/ppt/slides/slide17.xml" Id="R1fc0a452880146c4" /><Relationship Type="http://schemas.openxmlformats.org/officeDocument/2006/relationships/slide" Target="/ppt/slides/slide18.xml" Id="R3df37e3d0714440d" /><Relationship Type="http://schemas.openxmlformats.org/officeDocument/2006/relationships/slide" Target="/ppt/slides/slide19.xml" Id="R742c79d00c744fbd" /><Relationship Type="http://schemas.openxmlformats.org/officeDocument/2006/relationships/slide" Target="/ppt/slides/slide20.xml" Id="R395fee4c915c4fb1" /><Relationship Type="http://schemas.openxmlformats.org/officeDocument/2006/relationships/slide" Target="/ppt/slides/slide21.xml" Id="Re6aba073e8dc4177" /><Relationship Type="http://schemas.openxmlformats.org/officeDocument/2006/relationships/slide" Target="/ppt/slides/slide22.xml" Id="R3931875344044c0e" /><Relationship Type="http://schemas.openxmlformats.org/officeDocument/2006/relationships/slide" Target="/ppt/slides/slide23.xml" Id="Rafc324b4f08d4af8" /><Relationship Type="http://schemas.openxmlformats.org/officeDocument/2006/relationships/slide" Target="/ppt/slides/slide24.xml" Id="Rf61fa1c663094d85" /><Relationship Type="http://schemas.openxmlformats.org/officeDocument/2006/relationships/slide" Target="/ppt/slides/slide25.xml" Id="Rd964b7a0e34a47b2" /><Relationship Type="http://schemas.openxmlformats.org/officeDocument/2006/relationships/slide" Target="/ppt/slides/slide26.xml" Id="R9439c8ca7b0a449c" /><Relationship Type="http://schemas.openxmlformats.org/officeDocument/2006/relationships/slide" Target="/ppt/slides/slide27.xml" Id="R8f806289a8a3412c" /><Relationship Type="http://schemas.openxmlformats.org/officeDocument/2006/relationships/slide" Target="/ppt/slides/slide28.xml" Id="Rdd3ab64fb29e45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e0006dc2644f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ee4392fcc14751" /><Relationship Type="http://schemas.openxmlformats.org/officeDocument/2006/relationships/notesMaster" Target="/ppt/notesMasters/notesMaster1.xml" Id="Ra7e9877c3fdb4b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dc0b86d8314fc5" /><Relationship Type="http://schemas.openxmlformats.org/officeDocument/2006/relationships/notesMaster" Target="/ppt/notesMasters/notesMaster1.xml" Id="R3181abdaef6e44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5362ef2e0a47d5" /><Relationship Type="http://schemas.openxmlformats.org/officeDocument/2006/relationships/notesMaster" Target="/ppt/notesMasters/notesMaster1.xml" Id="R67ed93ae467244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8b40b466c14ab7" /><Relationship Type="http://schemas.openxmlformats.org/officeDocument/2006/relationships/notesMaster" Target="/ppt/notesMasters/notesMaster1.xml" Id="R5af8e0295faf42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43b7b00729446f" /><Relationship Type="http://schemas.openxmlformats.org/officeDocument/2006/relationships/notesMaster" Target="/ppt/notesMasters/notesMaster1.xml" Id="R91488cbee39c40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92c3b62690442f" /><Relationship Type="http://schemas.openxmlformats.org/officeDocument/2006/relationships/notesMaster" Target="/ppt/notesMasters/notesMaster1.xml" Id="R5496cffd637047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0aacbd55304f4f" /><Relationship Type="http://schemas.openxmlformats.org/officeDocument/2006/relationships/notesMaster" Target="/ppt/notesMasters/notesMaster1.xml" Id="Rdc023b399f344d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3820dd44b34090" /><Relationship Type="http://schemas.openxmlformats.org/officeDocument/2006/relationships/notesMaster" Target="/ppt/notesMasters/notesMaster1.xml" Id="Rb6afda20cc0447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14f8392ccd4e20" /><Relationship Type="http://schemas.openxmlformats.org/officeDocument/2006/relationships/notesMaster" Target="/ppt/notesMasters/notesMaster1.xml" Id="R061a72b215214e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0ed272b80f46cb" /><Relationship Type="http://schemas.openxmlformats.org/officeDocument/2006/relationships/notesMaster" Target="/ppt/notesMasters/notesMaster1.xml" Id="R5cc69cfe0af04e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ceccb28d194148" /><Relationship Type="http://schemas.openxmlformats.org/officeDocument/2006/relationships/notesMaster" Target="/ppt/notesMasters/notesMaster1.xml" Id="R923d89359b8847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dd6b41574e4ae0" /><Relationship Type="http://schemas.openxmlformats.org/officeDocument/2006/relationships/notesMaster" Target="/ppt/notesMasters/notesMaster1.xml" Id="Re20c38cf55db43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e25636fd1b4d58" /><Relationship Type="http://schemas.openxmlformats.org/officeDocument/2006/relationships/notesMaster" Target="/ppt/notesMasters/notesMaster1.xml" Id="R2773c4e6ce9b4a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3c594bdd3e41d2" /><Relationship Type="http://schemas.openxmlformats.org/officeDocument/2006/relationships/notesMaster" Target="/ppt/notesMasters/notesMaster1.xml" Id="Rdb0a9e626b7348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de0d5826244787" /><Relationship Type="http://schemas.openxmlformats.org/officeDocument/2006/relationships/notesMaster" Target="/ppt/notesMasters/notesMaster1.xml" Id="R6357921f276448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d0c16d7f8c4f14" /><Relationship Type="http://schemas.openxmlformats.org/officeDocument/2006/relationships/notesMaster" Target="/ppt/notesMasters/notesMaster1.xml" Id="Rc5ce32ca8b3946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c30d786e4341b7" /><Relationship Type="http://schemas.openxmlformats.org/officeDocument/2006/relationships/notesMaster" Target="/ppt/notesMasters/notesMaster1.xml" Id="R2405bedfd86648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cbbba5122d4299" /><Relationship Type="http://schemas.openxmlformats.org/officeDocument/2006/relationships/notesMaster" Target="/ppt/notesMasters/notesMaster1.xml" Id="R8539ccca678a4a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303571303b4bba" /><Relationship Type="http://schemas.openxmlformats.org/officeDocument/2006/relationships/notesMaster" Target="/ppt/notesMasters/notesMaster1.xml" Id="R9ea4aa16ded047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fddaf75b034c9c" /><Relationship Type="http://schemas.openxmlformats.org/officeDocument/2006/relationships/notesMaster" Target="/ppt/notesMasters/notesMaster1.xml" Id="R6f0b35e6db1d4d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6bbfc82f2d4159" /><Relationship Type="http://schemas.openxmlformats.org/officeDocument/2006/relationships/notesMaster" Target="/ppt/notesMasters/notesMaster1.xml" Id="R993770d9538c44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b14bf02e0fa489c" /><Relationship Type="http://schemas.openxmlformats.org/officeDocument/2006/relationships/notesMaster" Target="/ppt/notesMasters/notesMaster1.xml" Id="R26124610774f491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5816fd44f834fd0" /><Relationship Type="http://schemas.openxmlformats.org/officeDocument/2006/relationships/notesMaster" Target="/ppt/notesMasters/notesMaster1.xml" Id="Rb2b78bc5be424b0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b84e6dd33e74386" /><Relationship Type="http://schemas.openxmlformats.org/officeDocument/2006/relationships/notesMaster" Target="/ppt/notesMasters/notesMaster1.xml" Id="R4d2341f3a1d6412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bff8934965543fd" /><Relationship Type="http://schemas.openxmlformats.org/officeDocument/2006/relationships/notesMaster" Target="/ppt/notesMasters/notesMaster1.xml" Id="Rc23c81f0249a47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75d491659684982" /><Relationship Type="http://schemas.openxmlformats.org/officeDocument/2006/relationships/notesMaster" Target="/ppt/notesMasters/notesMaster1.xml" Id="R8c40526e973748a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8eb9d644e174bd2" /><Relationship Type="http://schemas.openxmlformats.org/officeDocument/2006/relationships/notesMaster" Target="/ppt/notesMasters/notesMaster1.xml" Id="R852c7999f8fd4a5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3035e9fe67e4f3d" /><Relationship Type="http://schemas.openxmlformats.org/officeDocument/2006/relationships/notesMaster" Target="/ppt/notesMasters/notesMaster1.xml" Id="R1b62534ee51042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projesini AI engineer yetkinliklerini öğrenmek için nasıl kullanacağımızı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İş ilanlarında rol isimleri değişebilir. Bu sunumda AI engineer'i model bilgisi ile üretim yazılımı arasında köprü kuran mühendis olarak ele alıyoruz.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 örnekleri: https://www.indeed.com/viewjob?jk=457121afc1405134 ve https://www.bytegurus.io/careers/junior-machine-learning-engineer. Bu slayt tek bir ilana değil, ortak beklentilerin sentezine dayanır.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Yetkinlikleri dört başlıkta gruplayarak öğrenme sırasını görünür hale getiriyoruz. Her bölüm ChessLens’te çalışan bir artefaktla sonuçlanacak.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akışta LLM oyun kurallarını belirlemiyor. python-chess ve Stockfish güvenilir kaynak; LLM açıklama katmanı.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ders küçük ama ölçülebilir bir kazanımla kapanacak. Bir konuyu açıklayamıyor veya hata ayıklayamıyorsak sonraki konuya geçmeyeceğiz.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bölümün sonunda öğrenme hedefi: rolü, yetkinlikleri ve ChessLens’in bunları nasıl kanıtladığını anlatabilmek.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 Python syntax'ını ezberletmez. Python ve FastAPI'nin AI ürünündeki sorumluluklarını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eğitimde hedef, syntax ezberi değil, kod okuma, değiştirme ve hata ayıklama yeteneğidir.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İstek akışını katmanlara ayırmak, hata ayıklama ve code review için zihinsel model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GameService burada microservice değildir. Aynı Python uygulamasındaki domain sınıfıdır.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slayt, AI tarafından yazılmış backend kodunu okurken kullanılacak pratik yöntemdir: input, state transition, external analysis,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contract, frontend ile backend arasındaki anlaşmadır. Kritik alanların kaynağı backend'dir.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2, Python syntax'ından çok servis sınırları, request lifecycle ve test edilebilirlik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bileşenlerinin farklı satranç gösterimlerini neden kullandığını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SAN, UCI ve PGN birbirinin alternatifi değildir. Her biri farklı tüketici için seçilir.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pozisyon snapshot'ıdır. Review geçmişi için SAN hamle listesi veya PGN ayrıca saklanmalıdır.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SAN bağlama bağlıdır; iki at aynı kareye gidebiliyorsa Nbf3 veya Ngf3 gibi ayrıntı eklenir. UCI makine için daha kesindir.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ChessLens'in canlı oyununda FEN yeterlidir. Geçmiş hamle incelemesi için PGN veya SAN listesi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sözleşme, frontend, domain, engine ve LLM katmanlarını birbirinden ayırır.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bölümdeki ana yetkinlik, satranç notasyonunu ezberlemek değil, veri sözleşmesini doğru katmana bağlamaktır.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bir hamle isteğinin nasıl doğrulandığını ve sistemin hata sırasında state'i korumasını inceliyoruz.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422 istek şeması hatasıdır. 400 ise istek okunabilir olduğu halde domain kuralına uymaz.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mutation, mevcut nesnenin değişmesidir. Geçersiz hamle state'i değiştirmemelidir.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Hata kodu, sorunun kaynağını ve istemcinin ne yapması gerektiğini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test hızlı ve izole olmalıdır. Harici motoru test double ile değiştirerek API davranışını ölçeriz.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 amacı satırları çalıştırmak değil, sistem davranışı hakkında güvenilir bir iddia kurmaktır.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4'ün hedefi, test ve hata yönetimini AI ürününün güvenilirlik temeli olarak anlatabilmektir.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ae410a09d42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011330355841e7" /><Relationship Type="http://schemas.openxmlformats.org/officeDocument/2006/relationships/slideLayout" Target="/ppt/slideLayouts/slideLayout1.xml" Id="R52d8ce326b4847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d8ce326b4847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0a1bc5da444d0" /><Relationship Type="http://schemas.openxmlformats.org/officeDocument/2006/relationships/notesSlide" Target="/ppt/notesSlides/notesSlide1.xml" Id="R2bb22d25b8c246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0dd3e54bd4ac4" /><Relationship Type="http://schemas.openxmlformats.org/officeDocument/2006/relationships/notesSlide" Target="/ppt/notesSlides/notesSlide2.xml" Id="Rd86cb83e7b344b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becb5e49441f7" /><Relationship Type="http://schemas.openxmlformats.org/officeDocument/2006/relationships/notesSlide" Target="/ppt/notesSlides/notesSlide3.xml" Id="Raced9d6eec2a4f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26756b0434e22" /><Relationship Type="http://schemas.openxmlformats.org/officeDocument/2006/relationships/notesSlide" Target="/ppt/notesSlides/notesSlide4.xml" Id="Rad515db8752c48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695bb27c549ff" /><Relationship Type="http://schemas.openxmlformats.org/officeDocument/2006/relationships/notesSlide" Target="/ppt/notesSlides/notesSlide5.xml" Id="Ra2a9b72a935e4c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4aaeda18b4d57" /><Relationship Type="http://schemas.openxmlformats.org/officeDocument/2006/relationships/notesSlide" Target="/ppt/notesSlides/notesSlide6.xml" Id="R180e7f83779d44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aedd53ee5401b" /><Relationship Type="http://schemas.openxmlformats.org/officeDocument/2006/relationships/notesSlide" Target="/ppt/notesSlides/notesSlide7.xml" Id="R439651188ce044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1f67a11aa40f3" /><Relationship Type="http://schemas.openxmlformats.org/officeDocument/2006/relationships/notesSlide" Target="/ppt/notesSlides/notesSlide8.xml" Id="R6abba21e40c64b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90bbff1764ac3" /><Relationship Type="http://schemas.openxmlformats.org/officeDocument/2006/relationships/notesSlide" Target="/ppt/notesSlides/notesSlide9.xml" Id="R32427c8eff8943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6ce2bfab3438e" /><Relationship Type="http://schemas.openxmlformats.org/officeDocument/2006/relationships/notesSlide" Target="/ppt/notesSlides/notesSlide10.xml" Id="R4b8c75ed4d0e49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09a4b34fa4a84" /><Relationship Type="http://schemas.openxmlformats.org/officeDocument/2006/relationships/notesSlide" Target="/ppt/notesSlides/notesSlide11.xml" Id="Re65769757b9c45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b9db2ac194d60" /><Relationship Type="http://schemas.openxmlformats.org/officeDocument/2006/relationships/notesSlide" Target="/ppt/notesSlides/notesSlide12.xml" Id="R8c50e3adaede47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52bd80b8c4e92" /><Relationship Type="http://schemas.openxmlformats.org/officeDocument/2006/relationships/notesSlide" Target="/ppt/notesSlides/notesSlide13.xml" Id="R9df913ca162142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4d785f8974868" /><Relationship Type="http://schemas.openxmlformats.org/officeDocument/2006/relationships/notesSlide" Target="/ppt/notesSlides/notesSlide14.xml" Id="R1b143368561d40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55234fcaf474c" /><Relationship Type="http://schemas.openxmlformats.org/officeDocument/2006/relationships/notesSlide" Target="/ppt/notesSlides/notesSlide15.xml" Id="R834c530c150f48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a66f5375b41d7" /><Relationship Type="http://schemas.openxmlformats.org/officeDocument/2006/relationships/notesSlide" Target="/ppt/notesSlides/notesSlide16.xml" Id="R4d85791b98784a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270eb1eec42ca" /><Relationship Type="http://schemas.openxmlformats.org/officeDocument/2006/relationships/notesSlide" Target="/ppt/notesSlides/notesSlide17.xml" Id="R47d03563b82e4d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95022928a46a0" /><Relationship Type="http://schemas.openxmlformats.org/officeDocument/2006/relationships/notesSlide" Target="/ppt/notesSlides/notesSlide18.xml" Id="R0a7917c8608247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c64006f9346db" /><Relationship Type="http://schemas.openxmlformats.org/officeDocument/2006/relationships/notesSlide" Target="/ppt/notesSlides/notesSlide19.xml" Id="R7626d424799d46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bc731486f4bee" /><Relationship Type="http://schemas.openxmlformats.org/officeDocument/2006/relationships/notesSlide" Target="/ppt/notesSlides/notesSlide20.xml" Id="Ra0aeb6bd458a45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1c24f941f40aa" /><Relationship Type="http://schemas.openxmlformats.org/officeDocument/2006/relationships/notesSlide" Target="/ppt/notesSlides/notesSlide21.xml" Id="R49b91e3bd3f44ea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4377b60814a2c" /><Relationship Type="http://schemas.openxmlformats.org/officeDocument/2006/relationships/notesSlide" Target="/ppt/notesSlides/notesSlide22.xml" Id="Re1b8c213db704b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f5c20b19f4890" /><Relationship Type="http://schemas.openxmlformats.org/officeDocument/2006/relationships/notesSlide" Target="/ppt/notesSlides/notesSlide23.xml" Id="Raaec7132fe6b4cc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6c5b68af54863" /><Relationship Type="http://schemas.openxmlformats.org/officeDocument/2006/relationships/notesSlide" Target="/ppt/notesSlides/notesSlide24.xml" Id="R76e73c31855d417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803e1607a42de" /><Relationship Type="http://schemas.openxmlformats.org/officeDocument/2006/relationships/notesSlide" Target="/ppt/notesSlides/notesSlide25.xml" Id="Rd45837c1bcd24d3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f8c7a0b134ad6" /><Relationship Type="http://schemas.openxmlformats.org/officeDocument/2006/relationships/notesSlide" Target="/ppt/notesSlides/notesSlide26.xml" Id="Ra30fcd33e94b4e3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73562ab194bbf" /><Relationship Type="http://schemas.openxmlformats.org/officeDocument/2006/relationships/notesSlide" Target="/ppt/notesSlides/notesSlide27.xml" Id="R4e6ae4c9417d42a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4b9099b3640da" /><Relationship Type="http://schemas.openxmlformats.org/officeDocument/2006/relationships/notesSlide" Target="/ppt/notesSlides/notesSlide28.xml" Id="R075673d357bc4c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A742-DAD3-4FED-88B6-5104A26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öğrenme haritası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C86F-CDB6-41AC-AB80-6448DB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üzerinden junior+ seviyeye giden yol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CE3F-995B-42E9-8366-D211E7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· Rol, yetkinlikler ve çalışma yöntemi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9BEA-82DC-4712-8A19-327BE0F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23950"/>
            <a:ext cx="114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3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DC-F1E1-4F71-AAD3-700A7B9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375E-87EF-4900-87C8-AC7B637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 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EA5-E594-44D1-8C66-0836CB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Modeli veya AI aracını ürüne bağlar, doğrular ve çalışır halde tutar.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A3F5-5F53-4AC0-A012-2BAA9A9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prompt yazmak değildir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Veri, API, test, maliyet, gecikme ve güvenilirlik de işin parçasıdır.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A799-61A7-4598-A80F-A8605D7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ChessLens’te hedefimiz: Stockfish doğruluğunu, LLM açıklamasını ve sağlam bir backend’i tek üründe birleştirmek.</a:t>
            </a:r>
          </a:p>
        </p:txBody>
      </p:sp>
    </p:spTree>
    <p:extLst>
      <p:ext uri="{BB962C8B-B14F-4D97-AF65-F5344CB8AC3E}">
        <p14:creationId xmlns:p14="http://schemas.microsoft.com/office/powerpoint/2010/main" val="15559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B3D8-BC43-4898-A4B9-BA951A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420A-1644-48D0-A896-78CD8E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Junior+ beklentileri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480A-4EBF-4FC1-AA96-F96F9C7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Temel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Python ve temiz kod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Git ve code review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ve debugging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REST API / FastAPI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SQL ve veri hazırlama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Docker ve CI temelleri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B6F8-D892-4814-8615-5470FA8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AI’ye özgü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 çıktısını değerlendirme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Structured output doğrulama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ve maliyet kontrolü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Hallucination sınırlandırma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Latency ve reliability ölçümü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Teknik kararları anlatabilme</a:t>
            </a:r>
          </a:p>
        </p:txBody>
      </p:sp>
    </p:spTree>
    <p:extLst>
      <p:ext uri="{BB962C8B-B14F-4D97-AF65-F5344CB8AC3E}">
        <p14:creationId xmlns:p14="http://schemas.microsoft.com/office/powerpoint/2010/main" val="24907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1D3C-4ADC-49CB-9CA2-2EDCF39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CB83-8428-49CC-B591-42B44CE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Yetkinlik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4A6A-AB49-4AB0-B989-386E00D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Yazılım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4D6E-C8B4-4114-965E-37AE017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· Git · test · debugging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3A5F-9887-4C93-B223-1135C70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EA63-20C9-4A9B-9B3A-B40940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· HTTP · API contract · 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DC9A-186A-498A-9270-3DBD89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06AA-FF4D-4F69-BEAF-1D39D16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Inference · prompt · structured output ·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FC42-6B23-47A8-9287-16D829A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447A-B3F0-4D98-B5CC-9D90A1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problemi · açıklanabilirlik ·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A9BB-4CF0-426A-89EA-4BF551E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Junior+ = bu parçaları tek tek bilmekten çok, birlikte güvenilir bir akış kurabilmek.</a:t>
            </a:r>
          </a:p>
        </p:txBody>
      </p:sp>
    </p:spTree>
    <p:extLst>
      <p:ext uri="{BB962C8B-B14F-4D97-AF65-F5344CB8AC3E}">
        <p14:creationId xmlns:p14="http://schemas.microsoft.com/office/powerpoint/2010/main" val="125196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636AA-7268-48BB-8A77-6EE3046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8056-3CB6-4624-AC21-B1E4D59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bir öğrenme laboratuvarı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D01F4-03FE-4CDF-96A1-C6716F7E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91E2-A7B3-42AA-A670-DFAB3C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niyeti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3D89-F57E-43C1-A4E4-8DF4432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9B59-EFBF-440E-9091-01E57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B3A-634F-4BC2-B9DE-790BAE4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API ve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B99C-7AF9-4EFA-8F77-8C3E6F9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5FBF-9637-4104-BFE3-FB9FDC4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3C9-32FA-4188-B6C5-D4489A7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kural doğruluğu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9B30-C9C4-45DF-81E1-AD18D9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50DE-476D-44D9-8868-3582B79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A502-B1AB-490D-A501-E475F7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pozisyon analizi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223-C67D-4A83-8686-E41F679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BE6EA-CAD1-407A-9D87-AEBAEC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30E13-15FF-49BC-BCF2-76C51B1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anlaşılır açıklama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28D6B-0252-4292-8FC6-3DA7C32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 bir iş becerisi öğretiyor: API tasarımı, domain logic, harici araç entegrasyonu, AI grounding ve evaluation.</a:t>
            </a:r>
          </a:p>
        </p:txBody>
      </p:sp>
    </p:spTree>
    <p:extLst>
      <p:ext uri="{BB962C8B-B14F-4D97-AF65-F5344CB8AC3E}">
        <p14:creationId xmlns:p14="http://schemas.microsoft.com/office/powerpoint/2010/main" val="2013225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CB4A-FEA7-4AC9-9AD7-8C737B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71DB-EEAB-4FB4-929C-ED7501F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dersin çalışma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8DA0-B827-4E77-8096-DDFC0C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Kavramı gerçek problem üzerinden anla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80A-CD71-429D-8CD4-EBFEB69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Koddaki veri akışını takip 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20DB-8AAA-4BCE-BD1E-643F44C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 · Test yaz ve hata senaryosunu gör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4F6B-AA34-4E6D-B53B-20D90A0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Code review ve mülakat anlatımı yap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FC020-D4D3-4CB3-B11E-687B840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kodu ezberlemek değil, AI’nin ürettiği kodu kontrol edebilmek.</a:t>
            </a:r>
          </a:p>
        </p:txBody>
      </p:sp>
    </p:spTree>
    <p:extLst>
      <p:ext uri="{BB962C8B-B14F-4D97-AF65-F5344CB8AC3E}">
        <p14:creationId xmlns:p14="http://schemas.microsoft.com/office/powerpoint/2010/main" val="39919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58CB-E6AD-4ED9-A61F-157D2A5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3C81-5BEC-4B2D-8AB7-C5FCA9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sonunda gösterebileceğin şey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4C81-F918-4035-9528-DABEB56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90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“ChessLens’te server-authoritative oyun state’i kurdum. Stockfish’i analiz otoritesi, LLM’i açıklama katmanı olarak ayırdım. API sözleşmelerini, testleri ve failure fallback’lerini tasarladım.”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BE5C-A7FC-4F28-AA19-445991B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Sıradaki bölüm: Python, FastAPI ve GameService’in kod akışı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7F8-FC87-4D0C-B232-92932E1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tamamlandı</a:t>
            </a:r>
          </a:p>
        </p:txBody>
      </p:sp>
    </p:spTree>
    <p:extLst>
      <p:ext uri="{BB962C8B-B14F-4D97-AF65-F5344CB8AC3E}">
        <p14:creationId xmlns:p14="http://schemas.microsoft.com/office/powerpoint/2010/main" val="1755192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B83D-922E-497B-81EC-1911741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1D13-A9B1-450C-88EB-B744ECD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görevi: güvenilir bir AI akışını taşıyabilmek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A8D6-E555-4E51-8A78-3866A0C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2 · Dil, servis ve veri akışı</a:t>
            </a:r>
          </a:p>
        </p:txBody>
      </p:sp>
    </p:spTree>
    <p:extLst>
      <p:ext uri="{BB962C8B-B14F-4D97-AF65-F5344CB8AC3E}">
        <p14:creationId xmlns:p14="http://schemas.microsoft.com/office/powerpoint/2010/main" val="568097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4416-5C2F-456F-BE66-6046CEF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1AE9-BEEF-4298-8FA4-CE2118F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Python’da bilmen gereken seviye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51E18-6060-4EEC-8663-E21CEB5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Ezberlemek gerekmeyenler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kütüphanenin tüm API’si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syntax ayrıntısı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Boilerplate kod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FastAPI seçeneği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1A2F-187F-410E-8B31-0492E350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Kontrol etmen gerekenler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Veri hangi tipte?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Fonksiyon ne üretiyor?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State nerede değişiyor?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Hata nasıl taşınıyor?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nerede yazılır?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C81B-11D3-4A50-AB82-820AD49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kod üretebilir; mühendis kodun davranışını açıklayabilmelidir.</a:t>
            </a:r>
          </a:p>
        </p:txBody>
      </p:sp>
    </p:spTree>
    <p:extLst>
      <p:ext uri="{BB962C8B-B14F-4D97-AF65-F5344CB8AC3E}">
        <p14:creationId xmlns:p14="http://schemas.microsoft.com/office/powerpoint/2010/main" val="200081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9CD0F-4641-41CF-9279-F75A106C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E122B-3CB9-4FF7-A2BD-8DD45EA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hamle isteğinin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937-6AA0-4935-923B-FC5D213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F156A-8CA3-4D52-AAC0-BC549DE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POST /api/games/{id}/moves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BAC0-8FBA-4482-95DB-5D362D2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C509-3896-4DAC-9E07-E9C7431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alanlarını ve tiplerini doğrular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2893-0C7C-43BF-BE3A-8AFCC6E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1B28-7123-413D-A5E7-88263BE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 bulur, sıralamayı kontrol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6571-549E-4D65-8AD0-E1E2A9E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E0BD-5222-4E48-8191-BF35749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satranç kurallarına göre uygular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BE222-45D6-456A-8BA8-7D12C20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AAAA-88F8-427F-9E40-1A18F93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değerlendirir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5CAED-F194-4AE4-8B75-B9027DE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9194-4123-4D1A-AB15-7F57247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State, analysis ve coach sonucunu döner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FE48-10E9-4503-AAAC-2AF93F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katmanın tek bir anlaşılır görevi var.</a:t>
            </a:r>
          </a:p>
        </p:txBody>
      </p:sp>
    </p:spTree>
    <p:extLst>
      <p:ext uri="{BB962C8B-B14F-4D97-AF65-F5344CB8AC3E}">
        <p14:creationId xmlns:p14="http://schemas.microsoft.com/office/powerpoint/2010/main" val="141168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1A44C-253B-43F2-8532-DE41E55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6EFF-C76F-40BD-BA30-D450CF8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ve GameService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FBD6-FA5D-4979-835A-0941E8A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HTTP ve JSON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Route ve status code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Request validation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Oyun kaydını bulma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Harici servisi çağırma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98378-3682-426B-BCAD-D32090E7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Tahtayı tutma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Legal move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FEN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SAN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Mat, pat, draw durumu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F5FC-F943-4390-A73C-968E83A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Ayrımın sonucu: satranç kurallarını HTTP sunucusu olmadan test edebiliriz.</a:t>
            </a:r>
          </a:p>
        </p:txBody>
      </p:sp>
    </p:spTree>
    <p:extLst>
      <p:ext uri="{BB962C8B-B14F-4D97-AF65-F5344CB8AC3E}">
        <p14:creationId xmlns:p14="http://schemas.microsoft.com/office/powerpoint/2010/main" val="914735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55F6-13FF-4F35-9CB7-2575FB5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D6FE-4C49-4E05-8967-95BCB65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Kod akışını okumak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057A-091B-45BB-B935-DC09FFFD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state_before = record.game.state()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gerçeğini backend’den 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2D76-9E9C-4206-961E-90642B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 = record.game.play_move(body.from_, body.to, body.promotion)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doğrula ve uygula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E0E3-3108-424C-AC25-8D6025B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after_analysis = await engine.analyze(record.game.board.copy(...))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analiz 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B309-D3CB-4718-AC25-EA11B88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 okurken her satırı değil, state’in nerede değiştiğini ve verinin hangi katmana gittiğini takip et.</a:t>
            </a:r>
          </a:p>
        </p:txBody>
      </p:sp>
    </p:spTree>
    <p:extLst>
      <p:ext uri="{BB962C8B-B14F-4D97-AF65-F5344CB8AC3E}">
        <p14:creationId xmlns:p14="http://schemas.microsoft.com/office/powerpoint/2010/main" val="927330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104C-59FD-4987-A5B0-BC4383F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D789-9C58-4323-899E-4263AE4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B0CB-EB4B-4E38-AE85-A90EE75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 gönderir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"from": "e2",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"to": "e4",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"promotion": null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9CC6-9693-4830-9749-A789311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Backend döner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"fen": "...",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"playedMove":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"analysis":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"coach": {...}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A997-2248-4786-9CBE-48F6227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İstemci niyet gönderir; backend FEN, legality, score ve classification üretir.</a:t>
            </a:r>
          </a:p>
        </p:txBody>
      </p:sp>
    </p:spTree>
    <p:extLst>
      <p:ext uri="{BB962C8B-B14F-4D97-AF65-F5344CB8AC3E}">
        <p14:creationId xmlns:p14="http://schemas.microsoft.com/office/powerpoint/2010/main" val="572627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E239-62BE-4F31-965A-9ABEDF1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F905-5B40-4499-AB40-261B92C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2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E5A3-0EB3-40F8-B906-7C71EEA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endpoint’i yalnızca çalıştırmayı değil, request’ten response’a veri akışını açıklamayı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EABD-CF48-4814-939C-E21FB11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“Transport katmanını domain mantığından ayırdım; GameService’i dış bağımlılıklar olmadan unit test edebiliyorum.”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C9CE-76FE-4048-B2FB-02F9327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FEN, SAN, UCI ve PGN veri sözleşmeleri</a:t>
            </a:r>
          </a:p>
        </p:txBody>
      </p:sp>
    </p:spTree>
    <p:extLst>
      <p:ext uri="{BB962C8B-B14F-4D97-AF65-F5344CB8AC3E}">
        <p14:creationId xmlns:p14="http://schemas.microsoft.com/office/powerpoint/2010/main" val="2018788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D49D-619E-4A7C-9602-8CBFE19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FEN, SAN, UCI ve PGN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EEE7-8373-49A6-B146-DB8C1C5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oyunun dört farklı veri dili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0401-7732-4486-ABB2-DDBC9A6B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3 · Pozisyon, hamle, motor ve geçmiş</a:t>
            </a:r>
          </a:p>
        </p:txBody>
      </p:sp>
    </p:spTree>
    <p:extLst>
      <p:ext uri="{BB962C8B-B14F-4D97-AF65-F5344CB8AC3E}">
        <p14:creationId xmlns:p14="http://schemas.microsoft.com/office/powerpoint/2010/main" val="10920952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1023-B25F-44BC-9E8E-0ABE181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1A0ED-B3D5-47E0-A2A1-122737C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Dört formatın dört görevi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F6C99-65C1-499F-90A4-FF06E5F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3C37-6C90-4AF8-8DFC-EC283FE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Tahtanın anlık fotoğrafı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1B603-55E6-4FC1-BEE6-0A4FDA9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Stockfish’e pozisyon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64F93-1B3E-44DA-B4D5-D6BEFC3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1F7B-ADE8-4B1B-BC9D-5B809D1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İnsanın okuduğu hamle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2E9A0-7B2D-426C-BA02-07A68FD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UI ve coach açıklaması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2427-98E3-4E05-B7E5-CB8EB17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2CCD-C199-4E40-BBBF-9C09CDE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Motorların hamle dili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9FFEB-BF3A-462C-B39B-B4924F7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 ↔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91B1-7E93-4CC9-B445-F1F05A5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08C0D-8E5F-4BDC-9A4F-F70B8B7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1487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geçmiş kaydı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6148D-3373-4E16-A3A7-E6C459B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Review ve dışa aktarma</a:t>
            </a:r>
          </a:p>
        </p:txBody>
      </p:sp>
    </p:spTree>
    <p:extLst>
      <p:ext uri="{BB962C8B-B14F-4D97-AF65-F5344CB8AC3E}">
        <p14:creationId xmlns:p14="http://schemas.microsoft.com/office/powerpoint/2010/main" val="1086268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EB716-4275-4ACC-AFB2-098AE99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86F9-337F-4337-B04E-2C854B4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FEN: pozisyonun fotoğrafı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FD8DA-462A-4223-91C4-2A0B305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rnbqkbnr/pppppppp/8/8/PPPPPPPP/RNBQKBNR w KQkq - 0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544E-4B3B-4D2A-8977-FE112BE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B510-4BBB-495D-B8B5-B6815BF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8. sıradan 1. sıraya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F6C45-26FF-407D-B5FB-A5D7E8E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330F-1FB9-41C3-A372-0E54E1C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sıra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 veya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017D-0FA3-4DC1-B43D-242BCC1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75DA-A4EB-4D7F-9301-FDF1E36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rok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KQkq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91D6E-AF03-4817-A732-BB9FD6A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137D-34FD-4F48-B268-6A4EE6A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 passant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hedef kare veya 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5A32-CD30-418E-8DFD-14E099A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99C3E-6B24-4B3F-9BF3-ACC4914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yarım hamle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draw kuralı için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24D1D-1A3A-4CFC-84C0-515CC97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77D85-627C-4385-8F81-44AF98F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no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tam hamle sayısı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D9E4D-AF14-4FF5-8707-AB14BCC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FEN mevcut konumu söyler; hamle geçmişini söylemez.</a:t>
            </a:r>
          </a:p>
        </p:txBody>
      </p:sp>
    </p:spTree>
    <p:extLst>
      <p:ext uri="{BB962C8B-B14F-4D97-AF65-F5344CB8AC3E}">
        <p14:creationId xmlns:p14="http://schemas.microsoft.com/office/powerpoint/2010/main" val="971246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2151-9C86-41C9-88C3-BEDBBD6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D994-8B99-49D4-99F6-104A443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SAN ve UCI: Nf3 ile g1f3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526C8-865D-4738-B9C5-BCBA947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İnsan odaklıdır. Tahtayı ve bağlamı kullanır. Şah, mat, taş alma ve rok sembolleri taşıyabilir.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B4C33-1604-47F3-9479-109DFC1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g1f3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Makine odaklıdır. Başlangıç karesi, hedef karesi ve terfi harfi kullanır.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8B64B-23D3-484F-B7E5-33CA364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hamle: SAN = Nf3 · UCI = g1f3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UCI üretir; UI genellikle SAN gösterir.</a:t>
            </a:r>
          </a:p>
        </p:txBody>
      </p:sp>
    </p:spTree>
    <p:extLst>
      <p:ext uri="{BB962C8B-B14F-4D97-AF65-F5344CB8AC3E}">
        <p14:creationId xmlns:p14="http://schemas.microsoft.com/office/powerpoint/2010/main" val="13423307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F340-AD7D-481F-9929-3F2C760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2654E-19CF-4DB5-A8E3-6228AC1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PGN: oyunun geçmişi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53481-FCB6-430B-98A4-A8A0122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Şu an tahta nasıl?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bir snapshot.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Geçmişi tam olarak taşımaz.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B4022-85CB-4CAF-B218-779177A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buraya nasıl geldi?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 hamleleri, oyuncular, sonuç ve yorumlar.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A91B-7287-4D49-AC90-0B84A38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Review özelliği için FEN’in yanında hamle geçmişini de saklamalıyız.</a:t>
            </a:r>
          </a:p>
        </p:txBody>
      </p:sp>
    </p:spTree>
    <p:extLst>
      <p:ext uri="{BB962C8B-B14F-4D97-AF65-F5344CB8AC3E}">
        <p14:creationId xmlns:p14="http://schemas.microsoft.com/office/powerpoint/2010/main" val="17117230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315AA-0A52-4447-81C1-457C2B9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C4E22-F87B-41F5-A4D2-1316EA75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veri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3113-ECB9-46A6-BED3-94C49F4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474E-DFB0-4CD3-BC74-F5068C08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from/to/promotion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94E0-A3C3-4880-B04F-57BA9A3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F536F-4C79-4476-98A8-55B5884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FF580-CA90-482C-A9C5-26083C5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legal + FEN + 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BC924-949E-4A45-B8F4-C43BFA0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C82E-1A0F-47E3-A8BC-E56CC14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6A5D6-67AE-47F3-BFED-60DD2F1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UCI +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8D9F9-552A-4C26-92F9-34006FD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32BD-4EF6-4B5F-A162-F3B3ED1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1C7CD-6E0A-4011-8D73-EB3984C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insan dili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552A-2F0E-4A44-B48E-078FF441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format doğru katmanda kullanılır; LLM hiçbir formatın doğruluk otoritesi değildir.</a:t>
            </a:r>
          </a:p>
        </p:txBody>
      </p:sp>
    </p:spTree>
    <p:extLst>
      <p:ext uri="{BB962C8B-B14F-4D97-AF65-F5344CB8AC3E}">
        <p14:creationId xmlns:p14="http://schemas.microsoft.com/office/powerpoint/2010/main" val="3354332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5493F-58BE-4865-8959-5FF87EA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71092-751E-4256-84DD-C208CEE3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3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D4F9-7A2B-480D-80D1-CCCA709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mevcut pozisyonu, PGN geçmişi, SAN insan dilini, UCI ise motor dilini temsil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58C3F-EF37-4506-B7D2-1582DCF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“Motor ile UI arasında UCI/SAN dönüşümü yapıyor, oyun snapshot’ı ile hamle geçmişini ayrı veri ihtiyaçları olarak ele alıyorum.”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B30B-6852-4A6E-8ABD-728E415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Hamle doğrulama, test ve hata senaryoları</a:t>
            </a:r>
          </a:p>
        </p:txBody>
      </p:sp>
    </p:spTree>
    <p:extLst>
      <p:ext uri="{BB962C8B-B14F-4D97-AF65-F5344CB8AC3E}">
        <p14:creationId xmlns:p14="http://schemas.microsoft.com/office/powerpoint/2010/main" val="936192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13316-4163-4871-931D-31D2593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D4C7-23BC-4297-994D-62173FF0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Çalışan endpoint ile güvenilir servis arasındaki fark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DD6E-CBED-4CFF-851E-7041A45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4 · Validation, state ve hata yönetimi</a:t>
            </a:r>
          </a:p>
        </p:txBody>
      </p:sp>
    </p:spTree>
    <p:extLst>
      <p:ext uri="{BB962C8B-B14F-4D97-AF65-F5344CB8AC3E}">
        <p14:creationId xmlns:p14="http://schemas.microsoft.com/office/powerpoint/2010/main" val="3369005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103A6-6CF9-4DB9-9BA4-833E8D1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9C12B-0B95-4E85-B11E-FD6308B1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İki farklı doğrulama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73AA0-5494-488E-9BFB-E071AAA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 var mı?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from/to doğru tipte mi?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playerColor geçerli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 → HTTP 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D999B-54FB-4B94-803D-070D48B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Domain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bu pozisyonda yasal mı?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şahını açıkta bırakıyor mu?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bitmiş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 → HTTP 400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CD544-7C96-4F05-919A-DB29A88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Format doğru olabilir; hamle yine de satranç açısından yasadışı olabilir.</a:t>
            </a:r>
          </a:p>
        </p:txBody>
      </p:sp>
    </p:spTree>
    <p:extLst>
      <p:ext uri="{BB962C8B-B14F-4D97-AF65-F5344CB8AC3E}">
        <p14:creationId xmlns:p14="http://schemas.microsoft.com/office/powerpoint/2010/main" val="14881377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04AD1-CA1A-404C-A97D-3BE3A17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DA15-6916-4528-92F6-918BD28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 değişikliğinde güvenli sıra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86DB-277E-4AF7-9CC2-0F9C55F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Hamle nesnesini oluştur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D197-A500-452A-A989-5718C7F0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Legal moves içinde doğrula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43D5C-31DA-434A-90D5-6B0D1FD2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 · SAN’ı eski tahtada hesapla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AF32-B635-402D-8EFF-EC453D5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Hamleyi uygula ve yeni state üret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D9125-82DA-486F-A948-6DA5E77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Doğrulama bitmeden mutation yapılmaz.</a:t>
            </a:r>
          </a:p>
        </p:txBody>
      </p:sp>
    </p:spTree>
    <p:extLst>
      <p:ext uri="{BB962C8B-B14F-4D97-AF65-F5344CB8AC3E}">
        <p14:creationId xmlns:p14="http://schemas.microsoft.com/office/powerpoint/2010/main" val="1015195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10954-7079-4AB1-AD37-1E6455AA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96C5-DA6D-45A5-866F-0785386A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kodları rastgele seçilmez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22296-244D-4ECB-982F-5E3E85C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3D9DA-840E-434F-ADBD-E133BC68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şekli yanlış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D13E-8D6D-46AE-9F59-ABAC6D22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31ED7-E94F-43C1-A695-70739B1C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9EF8-8C95-406F-BD41-D696530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907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yasadışı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8F29F-49AC-484F-AB11-21968DA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907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19FE-9666-4A36-8831-4F1B3637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B312-5FBB-4BF3-85F5-84DF647C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146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 bulunamadı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54934-FF19-46DA-AF68-13078258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146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833D4-3772-4401-BB4E-9014672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3277C-E39C-4926-8DCE-96DCBC7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Oyuncunun sırası değil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86089-19FD-49D0-9155-0FD40032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GameRecord/API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2E0F6-B4C2-41B8-9FC1-FAFA3C8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1DA91-49CC-4537-8933-7A7AA54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yok veya erişilemiyor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86D27-FBFC-4C76-9239-8C249915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adapter</a:t>
            </a:r>
          </a:p>
        </p:txBody>
      </p:sp>
    </p:spTree>
    <p:extLst>
      <p:ext uri="{BB962C8B-B14F-4D97-AF65-F5344CB8AC3E}">
        <p14:creationId xmlns:p14="http://schemas.microsoft.com/office/powerpoint/2010/main" val="7419332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59741-3FAF-42E1-B282-5751646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A35A-A30C-400D-8D48-C2BE3504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Test piramidi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598F6-3CEC-4A83-A3BA-9E0FF9F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Unit test · GameService ve move analyzer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14673-42C6-43ED-9792-888D4F96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Integration test · FastAPI + fake engine + fake coach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B4A98-AB18-4CE4-9F47-CA1184D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628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Smoke test · gerçek server ve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CB308-8C8D-464B-B23F-60FD68A6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testi gerçek Stockfish ile çalıştırmak testleri yavaş ve kırılgan yapar.</a:t>
            </a:r>
          </a:p>
        </p:txBody>
      </p:sp>
    </p:spTree>
    <p:extLst>
      <p:ext uri="{BB962C8B-B14F-4D97-AF65-F5344CB8AC3E}">
        <p14:creationId xmlns:p14="http://schemas.microsoft.com/office/powerpoint/2010/main" val="521135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3071-D724-4639-8D63-1FC965EF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BE50-101A-418F-93E1-D74B87E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İyi bir test neyi kanıtlar?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3B433-3B1B-4724-B9C9-E7C1AB91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def test_illegal_move_does_not_change_board():</a:t>
            </a:r>
          </a:p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game = GameService.new()</a:t>
            </a:r>
          </a:p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before = game.board.fen()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with pytest.raises(IllegalMoveError):</a:t>
            </a:r>
          </a:p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    game.play_move("e2", "e5")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assert game.board.fen() == 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14B63-307F-4FC5-B1EB-9D5C4A4D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Bu test yalnızca hatayı değil, hata sonrası state bütünlüğünü de kanıtlar.</a:t>
            </a:r>
          </a:p>
        </p:txBody>
      </p:sp>
    </p:spTree>
    <p:extLst>
      <p:ext uri="{BB962C8B-B14F-4D97-AF65-F5344CB8AC3E}">
        <p14:creationId xmlns:p14="http://schemas.microsoft.com/office/powerpoint/2010/main" val="4171912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AE10-D595-40F2-82ED-1D6F3B96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A26EB-BF2D-45A3-AD25-9FE5BF1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4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00926-4049-4675-BD71-85725AD6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Geçersiz hamleyi reddedip oyunun state’ini bozmayan bir servis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141DA-4E9C-4AF8-8A11-8EE1A60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“Validation, domain error ve external dependency failure durumlarını ayrı ele alıp uygun HTTP kodlarına çeviriyorum.”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4133-F50E-4F61-8E23-0BECCAE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Stockfish adapter ve UCI motor entegrasyonu</a:t>
            </a:r>
          </a:p>
        </p:txBody>
      </p:sp>
    </p:spTree>
    <p:extLst>
      <p:ext uri="{BB962C8B-B14F-4D97-AF65-F5344CB8AC3E}">
        <p14:creationId xmlns:p14="http://schemas.microsoft.com/office/powerpoint/2010/main" val="1301288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2026-09-21T18:09:26.2420000Z</dcterms:created>
  <dcterms:modified xsi:type="dcterms:W3CDTF">2026-09-21T18:09:26.2420000Z</dcterms:modified>
</coreProperties>
</file>