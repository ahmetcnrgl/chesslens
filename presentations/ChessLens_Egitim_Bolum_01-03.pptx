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672ae443a841e1" /><Relationship Type="http://schemas.openxmlformats.org/officeDocument/2006/relationships/extended-properties" Target="/docProps/app.xml" Id="R7c5de76cd8cb4dae" /><Relationship Type="http://schemas.openxmlformats.org/officeDocument/2006/relationships/officeDocument" Target="/ppt/presentation.xml" Id="Reb6f7d14051c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e0b80eba674543"/>
  </p:sldMasterIdLst>
  <p:notesMasterIdLst>
    <p:notesMasterId xmlns:r="http://schemas.openxmlformats.org/officeDocument/2006/relationships" r:id="Rb4aeaa1f8d5649a3"/>
  </p:notesMasterIdLst>
  <p:sldIdLst>
    <p:sldId xmlns:r="http://schemas.openxmlformats.org/officeDocument/2006/relationships" id="256" r:id="Rb8d92a9ec5fa4c0a"/>
    <p:sldId xmlns:r="http://schemas.openxmlformats.org/officeDocument/2006/relationships" id="257" r:id="R1d9fac8e2df24858"/>
    <p:sldId xmlns:r="http://schemas.openxmlformats.org/officeDocument/2006/relationships" id="258" r:id="R17ce9d3407d5418e"/>
    <p:sldId xmlns:r="http://schemas.openxmlformats.org/officeDocument/2006/relationships" id="259" r:id="R6badf2d339e34da8"/>
    <p:sldId xmlns:r="http://schemas.openxmlformats.org/officeDocument/2006/relationships" id="260" r:id="Rddc6a6d601524c98"/>
    <p:sldId xmlns:r="http://schemas.openxmlformats.org/officeDocument/2006/relationships" id="261" r:id="Rf0ddd9a6c29a4741"/>
    <p:sldId xmlns:r="http://schemas.openxmlformats.org/officeDocument/2006/relationships" id="262" r:id="R2b995899abea468d"/>
    <p:sldId xmlns:r="http://schemas.openxmlformats.org/officeDocument/2006/relationships" id="263" r:id="R35c0954db24b4371"/>
    <p:sldId xmlns:r="http://schemas.openxmlformats.org/officeDocument/2006/relationships" id="264" r:id="R33e08b5218954630"/>
    <p:sldId xmlns:r="http://schemas.openxmlformats.org/officeDocument/2006/relationships" id="265" r:id="R5d0fb669dafa4a62"/>
    <p:sldId xmlns:r="http://schemas.openxmlformats.org/officeDocument/2006/relationships" id="266" r:id="R300253b570d3483b"/>
    <p:sldId xmlns:r="http://schemas.openxmlformats.org/officeDocument/2006/relationships" id="267" r:id="Rbe3e10b5d80b4b1f"/>
    <p:sldId xmlns:r="http://schemas.openxmlformats.org/officeDocument/2006/relationships" id="268" r:id="R810cf7c1fbbf4833"/>
    <p:sldId xmlns:r="http://schemas.openxmlformats.org/officeDocument/2006/relationships" id="269" r:id="R0436bab3a9fe4e26"/>
    <p:sldId xmlns:r="http://schemas.openxmlformats.org/officeDocument/2006/relationships" id="270" r:id="Rc07b0821cb344e85"/>
    <p:sldId xmlns:r="http://schemas.openxmlformats.org/officeDocument/2006/relationships" id="271" r:id="R9828c48976434309"/>
    <p:sldId xmlns:r="http://schemas.openxmlformats.org/officeDocument/2006/relationships" id="272" r:id="R099b3aad4e174761"/>
    <p:sldId xmlns:r="http://schemas.openxmlformats.org/officeDocument/2006/relationships" id="273" r:id="Rc00e9d9768514f61"/>
    <p:sldId xmlns:r="http://schemas.openxmlformats.org/officeDocument/2006/relationships" id="274" r:id="R0754b6a703ce4fb3"/>
    <p:sldId xmlns:r="http://schemas.openxmlformats.org/officeDocument/2006/relationships" id="275" r:id="Rb122a02057b94212"/>
    <p:sldId xmlns:r="http://schemas.openxmlformats.org/officeDocument/2006/relationships" id="276" r:id="R7102b7be26a244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81119024754858" /><Relationship Type="http://schemas.openxmlformats.org/officeDocument/2006/relationships/slideMaster" Target="/ppt/slideMasters/slideMaster1.xml" Id="R07e0b80eba674543" /><Relationship Type="http://schemas.openxmlformats.org/officeDocument/2006/relationships/notesMaster" Target="/ppt/notesMasters/notesMaster1.xml" Id="Rb4aeaa1f8d5649a3" /><Relationship Type="http://schemas.openxmlformats.org/officeDocument/2006/relationships/presProps" Target="/ppt/presProps.xml" Id="R7df4a811c991418d" /><Relationship Type="http://schemas.openxmlformats.org/officeDocument/2006/relationships/tableStyles" Target="/ppt/tableStyles.xml" Id="R944aec6eb3a24108" /><Relationship Type="http://schemas.openxmlformats.org/officeDocument/2006/relationships/slide" Target="/ppt/slides/slide1.xml" Id="Rb8d92a9ec5fa4c0a" /><Relationship Type="http://schemas.openxmlformats.org/officeDocument/2006/relationships/slide" Target="/ppt/slides/slide2.xml" Id="R1d9fac8e2df24858" /><Relationship Type="http://schemas.openxmlformats.org/officeDocument/2006/relationships/slide" Target="/ppt/slides/slide3.xml" Id="R17ce9d3407d5418e" /><Relationship Type="http://schemas.openxmlformats.org/officeDocument/2006/relationships/slide" Target="/ppt/slides/slide4.xml" Id="R6badf2d339e34da8" /><Relationship Type="http://schemas.openxmlformats.org/officeDocument/2006/relationships/slide" Target="/ppt/slides/slide5.xml" Id="Rddc6a6d601524c98" /><Relationship Type="http://schemas.openxmlformats.org/officeDocument/2006/relationships/slide" Target="/ppt/slides/slide6.xml" Id="Rf0ddd9a6c29a4741" /><Relationship Type="http://schemas.openxmlformats.org/officeDocument/2006/relationships/slide" Target="/ppt/slides/slide7.xml" Id="R2b995899abea468d" /><Relationship Type="http://schemas.openxmlformats.org/officeDocument/2006/relationships/slide" Target="/ppt/slides/slide8.xml" Id="R35c0954db24b4371" /><Relationship Type="http://schemas.openxmlformats.org/officeDocument/2006/relationships/slide" Target="/ppt/slides/slide9.xml" Id="R33e08b5218954630" /><Relationship Type="http://schemas.openxmlformats.org/officeDocument/2006/relationships/slide" Target="/ppt/slides/slide10.xml" Id="R5d0fb669dafa4a62" /><Relationship Type="http://schemas.openxmlformats.org/officeDocument/2006/relationships/slide" Target="/ppt/slides/slide11.xml" Id="R300253b570d3483b" /><Relationship Type="http://schemas.openxmlformats.org/officeDocument/2006/relationships/slide" Target="/ppt/slides/slide12.xml" Id="Rbe3e10b5d80b4b1f" /><Relationship Type="http://schemas.openxmlformats.org/officeDocument/2006/relationships/slide" Target="/ppt/slides/slide13.xml" Id="R810cf7c1fbbf4833" /><Relationship Type="http://schemas.openxmlformats.org/officeDocument/2006/relationships/slide" Target="/ppt/slides/slide14.xml" Id="R0436bab3a9fe4e26" /><Relationship Type="http://schemas.openxmlformats.org/officeDocument/2006/relationships/slide" Target="/ppt/slides/slide15.xml" Id="Rc07b0821cb344e85" /><Relationship Type="http://schemas.openxmlformats.org/officeDocument/2006/relationships/slide" Target="/ppt/slides/slide16.xml" Id="R9828c48976434309" /><Relationship Type="http://schemas.openxmlformats.org/officeDocument/2006/relationships/slide" Target="/ppt/slides/slide17.xml" Id="R099b3aad4e174761" /><Relationship Type="http://schemas.openxmlformats.org/officeDocument/2006/relationships/slide" Target="/ppt/slides/slide18.xml" Id="Rc00e9d9768514f61" /><Relationship Type="http://schemas.openxmlformats.org/officeDocument/2006/relationships/slide" Target="/ppt/slides/slide19.xml" Id="R0754b6a703ce4fb3" /><Relationship Type="http://schemas.openxmlformats.org/officeDocument/2006/relationships/slide" Target="/ppt/slides/slide20.xml" Id="Rb122a02057b94212" /><Relationship Type="http://schemas.openxmlformats.org/officeDocument/2006/relationships/slide" Target="/ppt/slides/slide21.xml" Id="R7102b7be26a244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e34e1e2384d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b103a08c5b4f59" /><Relationship Type="http://schemas.openxmlformats.org/officeDocument/2006/relationships/notesMaster" Target="/ppt/notesMasters/notesMaster1.xml" Id="R93cf3687b4f047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65784fb77c4eed" /><Relationship Type="http://schemas.openxmlformats.org/officeDocument/2006/relationships/notesMaster" Target="/ppt/notesMasters/notesMaster1.xml" Id="R0b9b3070a04542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f6e9b85ed748dd" /><Relationship Type="http://schemas.openxmlformats.org/officeDocument/2006/relationships/notesMaster" Target="/ppt/notesMasters/notesMaster1.xml" Id="R37f91a87d7e1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0f109c3bc74b15" /><Relationship Type="http://schemas.openxmlformats.org/officeDocument/2006/relationships/notesMaster" Target="/ppt/notesMasters/notesMaster1.xml" Id="Rb1fe2170e62f4d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e55632ff154680" /><Relationship Type="http://schemas.openxmlformats.org/officeDocument/2006/relationships/notesMaster" Target="/ppt/notesMasters/notesMaster1.xml" Id="Rdcff9d7441ca4a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a9b54efb8f45c3" /><Relationship Type="http://schemas.openxmlformats.org/officeDocument/2006/relationships/notesMaster" Target="/ppt/notesMasters/notesMaster1.xml" Id="R7a6d724710fa44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d84a6c660f4d27" /><Relationship Type="http://schemas.openxmlformats.org/officeDocument/2006/relationships/notesMaster" Target="/ppt/notesMasters/notesMaster1.xml" Id="R6ea810b73f0549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cb82b926354737" /><Relationship Type="http://schemas.openxmlformats.org/officeDocument/2006/relationships/notesMaster" Target="/ppt/notesMasters/notesMaster1.xml" Id="R79de6d34aeef47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519f336bfb482e" /><Relationship Type="http://schemas.openxmlformats.org/officeDocument/2006/relationships/notesMaster" Target="/ppt/notesMasters/notesMaster1.xml" Id="Rbf71b9db250a4d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215486b30b4c76" /><Relationship Type="http://schemas.openxmlformats.org/officeDocument/2006/relationships/notesMaster" Target="/ppt/notesMasters/notesMaster1.xml" Id="Rcad1d2e02e224e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06607d8ffb4d3a" /><Relationship Type="http://schemas.openxmlformats.org/officeDocument/2006/relationships/notesMaster" Target="/ppt/notesMasters/notesMaster1.xml" Id="Rdf24b3e807454c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160757fa684c00" /><Relationship Type="http://schemas.openxmlformats.org/officeDocument/2006/relationships/notesMaster" Target="/ppt/notesMasters/notesMaster1.xml" Id="R1bb3bda30a2a4c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2d4e831ce94a05" /><Relationship Type="http://schemas.openxmlformats.org/officeDocument/2006/relationships/notesMaster" Target="/ppt/notesMasters/notesMaster1.xml" Id="R8430f37ab0fa4c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422064ac494ef6" /><Relationship Type="http://schemas.openxmlformats.org/officeDocument/2006/relationships/notesMaster" Target="/ppt/notesMasters/notesMaster1.xml" Id="R6ff7d447d2a14e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cc7ff15505477e" /><Relationship Type="http://schemas.openxmlformats.org/officeDocument/2006/relationships/notesMaster" Target="/ppt/notesMasters/notesMaster1.xml" Id="R658e68f2193640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74759399964a61" /><Relationship Type="http://schemas.openxmlformats.org/officeDocument/2006/relationships/notesMaster" Target="/ppt/notesMasters/notesMaster1.xml" Id="R08c5a69550a547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28b8777d754d3c" /><Relationship Type="http://schemas.openxmlformats.org/officeDocument/2006/relationships/notesMaster" Target="/ppt/notesMasters/notesMaster1.xml" Id="R2dcaee7b3d1c41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bca866d0e74880" /><Relationship Type="http://schemas.openxmlformats.org/officeDocument/2006/relationships/notesMaster" Target="/ppt/notesMasters/notesMaster1.xml" Id="R3988bf21034a4b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3dff5d073349ec" /><Relationship Type="http://schemas.openxmlformats.org/officeDocument/2006/relationships/notesMaster" Target="/ppt/notesMasters/notesMaster1.xml" Id="R4cfa9277dc3a40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f788d92520402d" /><Relationship Type="http://schemas.openxmlformats.org/officeDocument/2006/relationships/notesMaster" Target="/ppt/notesMasters/notesMaster1.xml" Id="R7b09b12cfbff4c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e9e496847f4281" /><Relationship Type="http://schemas.openxmlformats.org/officeDocument/2006/relationships/notesMaster" Target="/ppt/notesMasters/notesMaster1.xml" Id="Rba321474aeb243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34d19d42e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e5ff32c254c3e" /><Relationship Type="http://schemas.openxmlformats.org/officeDocument/2006/relationships/slideLayout" Target="/ppt/slideLayouts/slideLayout1.xml" Id="R1e1d8a23259441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1d8a23259441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330eb7723451a" /><Relationship Type="http://schemas.openxmlformats.org/officeDocument/2006/relationships/notesSlide" Target="/ppt/notesSlides/notesSlide1.xml" Id="R557c3e1734614b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2d8a9afd24f54" /><Relationship Type="http://schemas.openxmlformats.org/officeDocument/2006/relationships/notesSlide" Target="/ppt/notesSlides/notesSlide2.xml" Id="R42e62f3cb4114c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62fee11d246cd" /><Relationship Type="http://schemas.openxmlformats.org/officeDocument/2006/relationships/notesSlide" Target="/ppt/notesSlides/notesSlide3.xml" Id="Rb03dab237f184d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76ffe5cc64baf" /><Relationship Type="http://schemas.openxmlformats.org/officeDocument/2006/relationships/notesSlide" Target="/ppt/notesSlides/notesSlide4.xml" Id="R9c12643b208e4a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2d19dde0a4329" /><Relationship Type="http://schemas.openxmlformats.org/officeDocument/2006/relationships/notesSlide" Target="/ppt/notesSlides/notesSlide5.xml" Id="R2f3d14a0f2244a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f02835eea44c3" /><Relationship Type="http://schemas.openxmlformats.org/officeDocument/2006/relationships/notesSlide" Target="/ppt/notesSlides/notesSlide6.xml" Id="Rc5a1c3254a8449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e73734f1241b3" /><Relationship Type="http://schemas.openxmlformats.org/officeDocument/2006/relationships/notesSlide" Target="/ppt/notesSlides/notesSlide7.xml" Id="Ra7179b9df3fc43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0e47a138c4ce2" /><Relationship Type="http://schemas.openxmlformats.org/officeDocument/2006/relationships/notesSlide" Target="/ppt/notesSlides/notesSlide8.xml" Id="Rddbe34aff60d4e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734dcf31d4497" /><Relationship Type="http://schemas.openxmlformats.org/officeDocument/2006/relationships/notesSlide" Target="/ppt/notesSlides/notesSlide9.xml" Id="R3fa72c658d4546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190090e61462a" /><Relationship Type="http://schemas.openxmlformats.org/officeDocument/2006/relationships/notesSlide" Target="/ppt/notesSlides/notesSlide10.xml" Id="Rcfb38f6d11664a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206aa18a54c1d" /><Relationship Type="http://schemas.openxmlformats.org/officeDocument/2006/relationships/notesSlide" Target="/ppt/notesSlides/notesSlide11.xml" Id="R0fcee5348fcd41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bb8cbdd4c4087" /><Relationship Type="http://schemas.openxmlformats.org/officeDocument/2006/relationships/notesSlide" Target="/ppt/notesSlides/notesSlide12.xml" Id="R8e917008e71c47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5c727463d4e63" /><Relationship Type="http://schemas.openxmlformats.org/officeDocument/2006/relationships/notesSlide" Target="/ppt/notesSlides/notesSlide13.xml" Id="Rb9ac01cb158548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aef6d2f594745" /><Relationship Type="http://schemas.openxmlformats.org/officeDocument/2006/relationships/notesSlide" Target="/ppt/notesSlides/notesSlide14.xml" Id="R6ae3dd4e490042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be758b09e477f" /><Relationship Type="http://schemas.openxmlformats.org/officeDocument/2006/relationships/notesSlide" Target="/ppt/notesSlides/notesSlide15.xml" Id="Ra20a0c682fb948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80cd7ca2148e7" /><Relationship Type="http://schemas.openxmlformats.org/officeDocument/2006/relationships/notesSlide" Target="/ppt/notesSlides/notesSlide16.xml" Id="Rc32d9c3e184d44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41858c004f1a" /><Relationship Type="http://schemas.openxmlformats.org/officeDocument/2006/relationships/notesSlide" Target="/ppt/notesSlides/notesSlide17.xml" Id="R644d99670b4d47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c49a1fea5418c" /><Relationship Type="http://schemas.openxmlformats.org/officeDocument/2006/relationships/notesSlide" Target="/ppt/notesSlides/notesSlide18.xml" Id="R262570f8ea3b4f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1c6e5e1434f10" /><Relationship Type="http://schemas.openxmlformats.org/officeDocument/2006/relationships/notesSlide" Target="/ppt/notesSlides/notesSlide19.xml" Id="R4944f22542bc4e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1fb0666ea4f56" /><Relationship Type="http://schemas.openxmlformats.org/officeDocument/2006/relationships/notesSlide" Target="/ppt/notesSlides/notesSlide20.xml" Id="Rd64677ef5c504c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2ee86c9614ab5" /><Relationship Type="http://schemas.openxmlformats.org/officeDocument/2006/relationships/notesSlide" Target="/ppt/notesSlides/notesSlide21.xml" Id="R69707a0e02014a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2026-09-21T18:07:22.4520000Z</dcterms:created>
  <dcterms:modified xsi:type="dcterms:W3CDTF">2026-09-21T18:07:22.4520000Z</dcterms:modified>
</coreProperties>
</file>