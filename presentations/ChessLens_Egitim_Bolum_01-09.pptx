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d980a477c74f22" /><Relationship Type="http://schemas.openxmlformats.org/officeDocument/2006/relationships/extended-properties" Target="/docProps/app.xml" Id="R55ab3bcbd83e4176" /><Relationship Type="http://schemas.openxmlformats.org/officeDocument/2006/relationships/officeDocument" Target="/ppt/presentation.xml" Id="R92c0c650dff946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3b042b028049ad"/>
  </p:sldMasterIdLst>
  <p:notesMasterIdLst>
    <p:notesMasterId xmlns:r="http://schemas.openxmlformats.org/officeDocument/2006/relationships" r:id="Rc43d48c19c414eb7"/>
  </p:notesMasterIdLst>
  <p:sldIdLst>
    <p:sldId xmlns:r="http://schemas.openxmlformats.org/officeDocument/2006/relationships" id="256" r:id="R18608e9076f341bc"/>
    <p:sldId xmlns:r="http://schemas.openxmlformats.org/officeDocument/2006/relationships" id="257" r:id="Rc3b1df770e884222"/>
    <p:sldId xmlns:r="http://schemas.openxmlformats.org/officeDocument/2006/relationships" id="258" r:id="Rb7dd9c4896544553"/>
    <p:sldId xmlns:r="http://schemas.openxmlformats.org/officeDocument/2006/relationships" id="259" r:id="R1f2723150e624b96"/>
    <p:sldId xmlns:r="http://schemas.openxmlformats.org/officeDocument/2006/relationships" id="260" r:id="R045c50bb214c4218"/>
    <p:sldId xmlns:r="http://schemas.openxmlformats.org/officeDocument/2006/relationships" id="261" r:id="Ra4127d962c634d04"/>
    <p:sldId xmlns:r="http://schemas.openxmlformats.org/officeDocument/2006/relationships" id="262" r:id="R1236a8eeb4ba4fa0"/>
    <p:sldId xmlns:r="http://schemas.openxmlformats.org/officeDocument/2006/relationships" id="263" r:id="Rd29ff61b1fd74861"/>
    <p:sldId xmlns:r="http://schemas.openxmlformats.org/officeDocument/2006/relationships" id="264" r:id="R1fbbde5d52d74048"/>
    <p:sldId xmlns:r="http://schemas.openxmlformats.org/officeDocument/2006/relationships" id="265" r:id="R54313ee1da8b47fa"/>
    <p:sldId xmlns:r="http://schemas.openxmlformats.org/officeDocument/2006/relationships" id="266" r:id="R180c2384721e4d45"/>
    <p:sldId xmlns:r="http://schemas.openxmlformats.org/officeDocument/2006/relationships" id="267" r:id="Rd11f93df6bef4b2e"/>
    <p:sldId xmlns:r="http://schemas.openxmlformats.org/officeDocument/2006/relationships" id="268" r:id="R2a3cfcb7dff040e7"/>
    <p:sldId xmlns:r="http://schemas.openxmlformats.org/officeDocument/2006/relationships" id="269" r:id="Rdab7f06ce7ff41f1"/>
    <p:sldId xmlns:r="http://schemas.openxmlformats.org/officeDocument/2006/relationships" id="270" r:id="Rc290a01b10eb436d"/>
    <p:sldId xmlns:r="http://schemas.openxmlformats.org/officeDocument/2006/relationships" id="271" r:id="R0ff923a171bf45da"/>
    <p:sldId xmlns:r="http://schemas.openxmlformats.org/officeDocument/2006/relationships" id="272" r:id="R4a80db54835c4184"/>
    <p:sldId xmlns:r="http://schemas.openxmlformats.org/officeDocument/2006/relationships" id="273" r:id="Rc3325ca4f8f84f75"/>
    <p:sldId xmlns:r="http://schemas.openxmlformats.org/officeDocument/2006/relationships" id="274" r:id="R61e75df162cb425a"/>
    <p:sldId xmlns:r="http://schemas.openxmlformats.org/officeDocument/2006/relationships" id="275" r:id="R8466051d6d7d4e4c"/>
    <p:sldId xmlns:r="http://schemas.openxmlformats.org/officeDocument/2006/relationships" id="276" r:id="Rb94b519ef2074ac2"/>
    <p:sldId xmlns:r="http://schemas.openxmlformats.org/officeDocument/2006/relationships" id="277" r:id="R51a26ff87fc74d11"/>
    <p:sldId xmlns:r="http://schemas.openxmlformats.org/officeDocument/2006/relationships" id="278" r:id="R26976f65e7f841cf"/>
    <p:sldId xmlns:r="http://schemas.openxmlformats.org/officeDocument/2006/relationships" id="279" r:id="R7b28dbc6518a4c28"/>
    <p:sldId xmlns:r="http://schemas.openxmlformats.org/officeDocument/2006/relationships" id="280" r:id="R21335064ba644aed"/>
    <p:sldId xmlns:r="http://schemas.openxmlformats.org/officeDocument/2006/relationships" id="281" r:id="R303f90c1c4e04acd"/>
    <p:sldId xmlns:r="http://schemas.openxmlformats.org/officeDocument/2006/relationships" id="282" r:id="R211e8df4788c4f23"/>
    <p:sldId xmlns:r="http://schemas.openxmlformats.org/officeDocument/2006/relationships" id="283" r:id="Rb972fe81b2ea4d0d"/>
    <p:sldId xmlns:r="http://schemas.openxmlformats.org/officeDocument/2006/relationships" id="284" r:id="R9d64024dc0234f03"/>
    <p:sldId xmlns:r="http://schemas.openxmlformats.org/officeDocument/2006/relationships" id="285" r:id="R59d385e6026d4307"/>
    <p:sldId xmlns:r="http://schemas.openxmlformats.org/officeDocument/2006/relationships" id="286" r:id="R6c64955f36e449d2"/>
    <p:sldId xmlns:r="http://schemas.openxmlformats.org/officeDocument/2006/relationships" id="287" r:id="Rbdda25d1e0594fc7"/>
    <p:sldId xmlns:r="http://schemas.openxmlformats.org/officeDocument/2006/relationships" id="288" r:id="R4b81356a98e5408d"/>
    <p:sldId xmlns:r="http://schemas.openxmlformats.org/officeDocument/2006/relationships" id="289" r:id="Rc254e9bb1c734867"/>
    <p:sldId xmlns:r="http://schemas.openxmlformats.org/officeDocument/2006/relationships" id="290" r:id="R84ceef01ba1441d8"/>
    <p:sldId xmlns:r="http://schemas.openxmlformats.org/officeDocument/2006/relationships" id="291" r:id="R90c938b1775a40c6"/>
    <p:sldId xmlns:r="http://schemas.openxmlformats.org/officeDocument/2006/relationships" id="292" r:id="Rd097ead2b27a4b4c"/>
    <p:sldId xmlns:r="http://schemas.openxmlformats.org/officeDocument/2006/relationships" id="293" r:id="R07ede5a89e1242fa"/>
    <p:sldId xmlns:r="http://schemas.openxmlformats.org/officeDocument/2006/relationships" id="294" r:id="R97f56183be044d7b"/>
    <p:sldId xmlns:r="http://schemas.openxmlformats.org/officeDocument/2006/relationships" id="295" r:id="Rdf470c3598fa4828"/>
    <p:sldId xmlns:r="http://schemas.openxmlformats.org/officeDocument/2006/relationships" id="296" r:id="R413b43532d61472b"/>
    <p:sldId xmlns:r="http://schemas.openxmlformats.org/officeDocument/2006/relationships" id="297" r:id="R4c4b5d170c204e2b"/>
    <p:sldId xmlns:r="http://schemas.openxmlformats.org/officeDocument/2006/relationships" id="298" r:id="R163d858afa07486f"/>
    <p:sldId xmlns:r="http://schemas.openxmlformats.org/officeDocument/2006/relationships" id="299" r:id="R9890f6ee361248ce"/>
    <p:sldId xmlns:r="http://schemas.openxmlformats.org/officeDocument/2006/relationships" id="300" r:id="Ra97265eab5ee42a6"/>
    <p:sldId xmlns:r="http://schemas.openxmlformats.org/officeDocument/2006/relationships" id="301" r:id="Rc4f173a47c5c470b"/>
    <p:sldId xmlns:r="http://schemas.openxmlformats.org/officeDocument/2006/relationships" id="302" r:id="Rb00040a59a694d34"/>
    <p:sldId xmlns:r="http://schemas.openxmlformats.org/officeDocument/2006/relationships" id="303" r:id="R3bed3bd2748844b0"/>
    <p:sldId xmlns:r="http://schemas.openxmlformats.org/officeDocument/2006/relationships" id="304" r:id="Rbc97ee0ed1394ec1"/>
    <p:sldId xmlns:r="http://schemas.openxmlformats.org/officeDocument/2006/relationships" id="305" r:id="R5efe588f60ed4f4a"/>
    <p:sldId xmlns:r="http://schemas.openxmlformats.org/officeDocument/2006/relationships" id="306" r:id="Rc6e124b047bb4f8a"/>
    <p:sldId xmlns:r="http://schemas.openxmlformats.org/officeDocument/2006/relationships" id="307" r:id="R9cd917bc49c241a3"/>
    <p:sldId xmlns:r="http://schemas.openxmlformats.org/officeDocument/2006/relationships" id="308" r:id="R657cdafea9bf449f"/>
    <p:sldId xmlns:r="http://schemas.openxmlformats.org/officeDocument/2006/relationships" id="309" r:id="R85b4dece53674eb0"/>
    <p:sldId xmlns:r="http://schemas.openxmlformats.org/officeDocument/2006/relationships" id="310" r:id="R876fafa38cf34f86"/>
    <p:sldId xmlns:r="http://schemas.openxmlformats.org/officeDocument/2006/relationships" id="311" r:id="Rdca264373759466d"/>
    <p:sldId xmlns:r="http://schemas.openxmlformats.org/officeDocument/2006/relationships" id="312" r:id="R8f356f44e8454116"/>
    <p:sldId xmlns:r="http://schemas.openxmlformats.org/officeDocument/2006/relationships" id="313" r:id="R3b5f7f000e274fe5"/>
    <p:sldId xmlns:r="http://schemas.openxmlformats.org/officeDocument/2006/relationships" id="314" r:id="Re1af09ba82354e56"/>
    <p:sldId xmlns:r="http://schemas.openxmlformats.org/officeDocument/2006/relationships" id="315" r:id="R8843beac5b274174"/>
    <p:sldId xmlns:r="http://schemas.openxmlformats.org/officeDocument/2006/relationships" id="316" r:id="Ra658430345af4698"/>
    <p:sldId xmlns:r="http://schemas.openxmlformats.org/officeDocument/2006/relationships" id="317" r:id="Rfd84a87fc42b426e"/>
    <p:sldId xmlns:r="http://schemas.openxmlformats.org/officeDocument/2006/relationships" id="318" r:id="Raf90eb533f3241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f43f0e71004ea4" /><Relationship Type="http://schemas.openxmlformats.org/officeDocument/2006/relationships/slideMaster" Target="/ppt/slideMasters/slideMaster1.xml" Id="Rb83b042b028049ad" /><Relationship Type="http://schemas.openxmlformats.org/officeDocument/2006/relationships/notesMaster" Target="/ppt/notesMasters/notesMaster1.xml" Id="Rc43d48c19c414eb7" /><Relationship Type="http://schemas.openxmlformats.org/officeDocument/2006/relationships/presProps" Target="/ppt/presProps.xml" Id="R9288ad3c19f349da" /><Relationship Type="http://schemas.openxmlformats.org/officeDocument/2006/relationships/tableStyles" Target="/ppt/tableStyles.xml" Id="Rb053dc4bd0254002" /><Relationship Type="http://schemas.openxmlformats.org/officeDocument/2006/relationships/slide" Target="/ppt/slides/slide1.xml" Id="R18608e9076f341bc" /><Relationship Type="http://schemas.openxmlformats.org/officeDocument/2006/relationships/slide" Target="/ppt/slides/slide2.xml" Id="Rc3b1df770e884222" /><Relationship Type="http://schemas.openxmlformats.org/officeDocument/2006/relationships/slide" Target="/ppt/slides/slide3.xml" Id="Rb7dd9c4896544553" /><Relationship Type="http://schemas.openxmlformats.org/officeDocument/2006/relationships/slide" Target="/ppt/slides/slide4.xml" Id="R1f2723150e624b96" /><Relationship Type="http://schemas.openxmlformats.org/officeDocument/2006/relationships/slide" Target="/ppt/slides/slide5.xml" Id="R045c50bb214c4218" /><Relationship Type="http://schemas.openxmlformats.org/officeDocument/2006/relationships/slide" Target="/ppt/slides/slide6.xml" Id="Ra4127d962c634d04" /><Relationship Type="http://schemas.openxmlformats.org/officeDocument/2006/relationships/slide" Target="/ppt/slides/slide7.xml" Id="R1236a8eeb4ba4fa0" /><Relationship Type="http://schemas.openxmlformats.org/officeDocument/2006/relationships/slide" Target="/ppt/slides/slide8.xml" Id="Rd29ff61b1fd74861" /><Relationship Type="http://schemas.openxmlformats.org/officeDocument/2006/relationships/slide" Target="/ppt/slides/slide9.xml" Id="R1fbbde5d52d74048" /><Relationship Type="http://schemas.openxmlformats.org/officeDocument/2006/relationships/slide" Target="/ppt/slides/slide10.xml" Id="R54313ee1da8b47fa" /><Relationship Type="http://schemas.openxmlformats.org/officeDocument/2006/relationships/slide" Target="/ppt/slides/slide11.xml" Id="R180c2384721e4d45" /><Relationship Type="http://schemas.openxmlformats.org/officeDocument/2006/relationships/slide" Target="/ppt/slides/slide12.xml" Id="Rd11f93df6bef4b2e" /><Relationship Type="http://schemas.openxmlformats.org/officeDocument/2006/relationships/slide" Target="/ppt/slides/slide13.xml" Id="R2a3cfcb7dff040e7" /><Relationship Type="http://schemas.openxmlformats.org/officeDocument/2006/relationships/slide" Target="/ppt/slides/slide14.xml" Id="Rdab7f06ce7ff41f1" /><Relationship Type="http://schemas.openxmlformats.org/officeDocument/2006/relationships/slide" Target="/ppt/slides/slide15.xml" Id="Rc290a01b10eb436d" /><Relationship Type="http://schemas.openxmlformats.org/officeDocument/2006/relationships/slide" Target="/ppt/slides/slide16.xml" Id="R0ff923a171bf45da" /><Relationship Type="http://schemas.openxmlformats.org/officeDocument/2006/relationships/slide" Target="/ppt/slides/slide17.xml" Id="R4a80db54835c4184" /><Relationship Type="http://schemas.openxmlformats.org/officeDocument/2006/relationships/slide" Target="/ppt/slides/slide18.xml" Id="Rc3325ca4f8f84f75" /><Relationship Type="http://schemas.openxmlformats.org/officeDocument/2006/relationships/slide" Target="/ppt/slides/slide19.xml" Id="R61e75df162cb425a" /><Relationship Type="http://schemas.openxmlformats.org/officeDocument/2006/relationships/slide" Target="/ppt/slides/slide20.xml" Id="R8466051d6d7d4e4c" /><Relationship Type="http://schemas.openxmlformats.org/officeDocument/2006/relationships/slide" Target="/ppt/slides/slide21.xml" Id="Rb94b519ef2074ac2" /><Relationship Type="http://schemas.openxmlformats.org/officeDocument/2006/relationships/slide" Target="/ppt/slides/slide22.xml" Id="R51a26ff87fc74d11" /><Relationship Type="http://schemas.openxmlformats.org/officeDocument/2006/relationships/slide" Target="/ppt/slides/slide23.xml" Id="R26976f65e7f841cf" /><Relationship Type="http://schemas.openxmlformats.org/officeDocument/2006/relationships/slide" Target="/ppt/slides/slide24.xml" Id="R7b28dbc6518a4c28" /><Relationship Type="http://schemas.openxmlformats.org/officeDocument/2006/relationships/slide" Target="/ppt/slides/slide25.xml" Id="R21335064ba644aed" /><Relationship Type="http://schemas.openxmlformats.org/officeDocument/2006/relationships/slide" Target="/ppt/slides/slide26.xml" Id="R303f90c1c4e04acd" /><Relationship Type="http://schemas.openxmlformats.org/officeDocument/2006/relationships/slide" Target="/ppt/slides/slide27.xml" Id="R211e8df4788c4f23" /><Relationship Type="http://schemas.openxmlformats.org/officeDocument/2006/relationships/slide" Target="/ppt/slides/slide28.xml" Id="Rb972fe81b2ea4d0d" /><Relationship Type="http://schemas.openxmlformats.org/officeDocument/2006/relationships/slide" Target="/ppt/slides/slide29.xml" Id="R9d64024dc0234f03" /><Relationship Type="http://schemas.openxmlformats.org/officeDocument/2006/relationships/slide" Target="/ppt/slides/slide30.xml" Id="R59d385e6026d4307" /><Relationship Type="http://schemas.openxmlformats.org/officeDocument/2006/relationships/slide" Target="/ppt/slides/slide31.xml" Id="R6c64955f36e449d2" /><Relationship Type="http://schemas.openxmlformats.org/officeDocument/2006/relationships/slide" Target="/ppt/slides/slide32.xml" Id="Rbdda25d1e0594fc7" /><Relationship Type="http://schemas.openxmlformats.org/officeDocument/2006/relationships/slide" Target="/ppt/slides/slide33.xml" Id="R4b81356a98e5408d" /><Relationship Type="http://schemas.openxmlformats.org/officeDocument/2006/relationships/slide" Target="/ppt/slides/slide34.xml" Id="Rc254e9bb1c734867" /><Relationship Type="http://schemas.openxmlformats.org/officeDocument/2006/relationships/slide" Target="/ppt/slides/slide35.xml" Id="R84ceef01ba1441d8" /><Relationship Type="http://schemas.openxmlformats.org/officeDocument/2006/relationships/slide" Target="/ppt/slides/slide36.xml" Id="R90c938b1775a40c6" /><Relationship Type="http://schemas.openxmlformats.org/officeDocument/2006/relationships/slide" Target="/ppt/slides/slide37.xml" Id="Rd097ead2b27a4b4c" /><Relationship Type="http://schemas.openxmlformats.org/officeDocument/2006/relationships/slide" Target="/ppt/slides/slide38.xml" Id="R07ede5a89e1242fa" /><Relationship Type="http://schemas.openxmlformats.org/officeDocument/2006/relationships/slide" Target="/ppt/slides/slide39.xml" Id="R97f56183be044d7b" /><Relationship Type="http://schemas.openxmlformats.org/officeDocument/2006/relationships/slide" Target="/ppt/slides/slide40.xml" Id="Rdf470c3598fa4828" /><Relationship Type="http://schemas.openxmlformats.org/officeDocument/2006/relationships/slide" Target="/ppt/slides/slide41.xml" Id="R413b43532d61472b" /><Relationship Type="http://schemas.openxmlformats.org/officeDocument/2006/relationships/slide" Target="/ppt/slides/slide42.xml" Id="R4c4b5d170c204e2b" /><Relationship Type="http://schemas.openxmlformats.org/officeDocument/2006/relationships/slide" Target="/ppt/slides/slide43.xml" Id="R163d858afa07486f" /><Relationship Type="http://schemas.openxmlformats.org/officeDocument/2006/relationships/slide" Target="/ppt/slides/slide44.xml" Id="R9890f6ee361248ce" /><Relationship Type="http://schemas.openxmlformats.org/officeDocument/2006/relationships/slide" Target="/ppt/slides/slide45.xml" Id="Ra97265eab5ee42a6" /><Relationship Type="http://schemas.openxmlformats.org/officeDocument/2006/relationships/slide" Target="/ppt/slides/slide46.xml" Id="Rc4f173a47c5c470b" /><Relationship Type="http://schemas.openxmlformats.org/officeDocument/2006/relationships/slide" Target="/ppt/slides/slide47.xml" Id="Rb00040a59a694d34" /><Relationship Type="http://schemas.openxmlformats.org/officeDocument/2006/relationships/slide" Target="/ppt/slides/slide48.xml" Id="R3bed3bd2748844b0" /><Relationship Type="http://schemas.openxmlformats.org/officeDocument/2006/relationships/slide" Target="/ppt/slides/slide49.xml" Id="Rbc97ee0ed1394ec1" /><Relationship Type="http://schemas.openxmlformats.org/officeDocument/2006/relationships/slide" Target="/ppt/slides/slide50.xml" Id="R5efe588f60ed4f4a" /><Relationship Type="http://schemas.openxmlformats.org/officeDocument/2006/relationships/slide" Target="/ppt/slides/slide51.xml" Id="Rc6e124b047bb4f8a" /><Relationship Type="http://schemas.openxmlformats.org/officeDocument/2006/relationships/slide" Target="/ppt/slides/slide52.xml" Id="R9cd917bc49c241a3" /><Relationship Type="http://schemas.openxmlformats.org/officeDocument/2006/relationships/slide" Target="/ppt/slides/slide53.xml" Id="R657cdafea9bf449f" /><Relationship Type="http://schemas.openxmlformats.org/officeDocument/2006/relationships/slide" Target="/ppt/slides/slide54.xml" Id="R85b4dece53674eb0" /><Relationship Type="http://schemas.openxmlformats.org/officeDocument/2006/relationships/slide" Target="/ppt/slides/slide55.xml" Id="R876fafa38cf34f86" /><Relationship Type="http://schemas.openxmlformats.org/officeDocument/2006/relationships/slide" Target="/ppt/slides/slide56.xml" Id="Rdca264373759466d" /><Relationship Type="http://schemas.openxmlformats.org/officeDocument/2006/relationships/slide" Target="/ppt/slides/slide57.xml" Id="R8f356f44e8454116" /><Relationship Type="http://schemas.openxmlformats.org/officeDocument/2006/relationships/slide" Target="/ppt/slides/slide58.xml" Id="R3b5f7f000e274fe5" /><Relationship Type="http://schemas.openxmlformats.org/officeDocument/2006/relationships/slide" Target="/ppt/slides/slide59.xml" Id="Re1af09ba82354e56" /><Relationship Type="http://schemas.openxmlformats.org/officeDocument/2006/relationships/slide" Target="/ppt/slides/slide60.xml" Id="R8843beac5b274174" /><Relationship Type="http://schemas.openxmlformats.org/officeDocument/2006/relationships/slide" Target="/ppt/slides/slide61.xml" Id="Ra658430345af4698" /><Relationship Type="http://schemas.openxmlformats.org/officeDocument/2006/relationships/slide" Target="/ppt/slides/slide62.xml" Id="Rfd84a87fc42b426e" /><Relationship Type="http://schemas.openxmlformats.org/officeDocument/2006/relationships/slide" Target="/ppt/slides/slide63.xml" Id="Raf90eb533f3241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02298600d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0d03ed843492f" /><Relationship Type="http://schemas.openxmlformats.org/officeDocument/2006/relationships/notesMaster" Target="/ppt/notesMasters/notesMaster1.xml" Id="R5f9852a48dc443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c8d54c1b614c19" /><Relationship Type="http://schemas.openxmlformats.org/officeDocument/2006/relationships/notesMaster" Target="/ppt/notesMasters/notesMaster1.xml" Id="R4692aa2756954b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c245fb03ec4387" /><Relationship Type="http://schemas.openxmlformats.org/officeDocument/2006/relationships/notesMaster" Target="/ppt/notesMasters/notesMaster1.xml" Id="R778c244db20e4d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441f5446c40aa" /><Relationship Type="http://schemas.openxmlformats.org/officeDocument/2006/relationships/notesMaster" Target="/ppt/notesMasters/notesMaster1.xml" Id="Re452416a38144a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235074689e481d" /><Relationship Type="http://schemas.openxmlformats.org/officeDocument/2006/relationships/notesMaster" Target="/ppt/notesMasters/notesMaster1.xml" Id="R5f1c91504c6648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9415250e364613" /><Relationship Type="http://schemas.openxmlformats.org/officeDocument/2006/relationships/notesMaster" Target="/ppt/notesMasters/notesMaster1.xml" Id="R5ec9fb4145574a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c6eb86beff48b8" /><Relationship Type="http://schemas.openxmlformats.org/officeDocument/2006/relationships/notesMaster" Target="/ppt/notesMasters/notesMaster1.xml" Id="Rd444ae5ca27b49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287a9084a84098" /><Relationship Type="http://schemas.openxmlformats.org/officeDocument/2006/relationships/notesMaster" Target="/ppt/notesMasters/notesMaster1.xml" Id="Rbd04ae81640b4f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7c749f4efd420e" /><Relationship Type="http://schemas.openxmlformats.org/officeDocument/2006/relationships/notesMaster" Target="/ppt/notesMasters/notesMaster1.xml" Id="R8c72e07cb59745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a6ecb114f14504" /><Relationship Type="http://schemas.openxmlformats.org/officeDocument/2006/relationships/notesMaster" Target="/ppt/notesMasters/notesMaster1.xml" Id="R2a86b849b1d14b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c606a097314777" /><Relationship Type="http://schemas.openxmlformats.org/officeDocument/2006/relationships/notesMaster" Target="/ppt/notesMasters/notesMaster1.xml" Id="Rf9f44ec2fc9a49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0b60eaa8da4622" /><Relationship Type="http://schemas.openxmlformats.org/officeDocument/2006/relationships/notesMaster" Target="/ppt/notesMasters/notesMaster1.xml" Id="Ra3fc132f6f4f41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0efbb892dc481a" /><Relationship Type="http://schemas.openxmlformats.org/officeDocument/2006/relationships/notesMaster" Target="/ppt/notesMasters/notesMaster1.xml" Id="R6639618eca4649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dfd219c10648bb" /><Relationship Type="http://schemas.openxmlformats.org/officeDocument/2006/relationships/notesMaster" Target="/ppt/notesMasters/notesMaster1.xml" Id="R54e1ca06d02748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af058661ee49dd" /><Relationship Type="http://schemas.openxmlformats.org/officeDocument/2006/relationships/notesMaster" Target="/ppt/notesMasters/notesMaster1.xml" Id="Rc6af5aadad7e4d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92e4721eaa4394" /><Relationship Type="http://schemas.openxmlformats.org/officeDocument/2006/relationships/notesMaster" Target="/ppt/notesMasters/notesMaster1.xml" Id="R905e0452370142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7f77e3654b4047" /><Relationship Type="http://schemas.openxmlformats.org/officeDocument/2006/relationships/notesMaster" Target="/ppt/notesMasters/notesMaster1.xml" Id="R24bc21c8b9064c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128ee47eb74c3c" /><Relationship Type="http://schemas.openxmlformats.org/officeDocument/2006/relationships/notesMaster" Target="/ppt/notesMasters/notesMaster1.xml" Id="R47e0571f772446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bda8a877c24f3c" /><Relationship Type="http://schemas.openxmlformats.org/officeDocument/2006/relationships/notesMaster" Target="/ppt/notesMasters/notesMaster1.xml" Id="R878213d94b1844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b102d6da9f4ee0" /><Relationship Type="http://schemas.openxmlformats.org/officeDocument/2006/relationships/notesMaster" Target="/ppt/notesMasters/notesMaster1.xml" Id="Rdbd5b8f273614e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5c9b44d1bf475b" /><Relationship Type="http://schemas.openxmlformats.org/officeDocument/2006/relationships/notesMaster" Target="/ppt/notesMasters/notesMaster1.xml" Id="Re0a2cfe5c09d4b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57a3e0aacd4480" /><Relationship Type="http://schemas.openxmlformats.org/officeDocument/2006/relationships/notesMaster" Target="/ppt/notesMasters/notesMaster1.xml" Id="R81f275009e7c4e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c76f3f4dd84c6e" /><Relationship Type="http://schemas.openxmlformats.org/officeDocument/2006/relationships/notesMaster" Target="/ppt/notesMasters/notesMaster1.xml" Id="R6df7054283ea4dc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f533b720034a4d" /><Relationship Type="http://schemas.openxmlformats.org/officeDocument/2006/relationships/notesMaster" Target="/ppt/notesMasters/notesMaster1.xml" Id="R538495c80b114d2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655c880acc74018" /><Relationship Type="http://schemas.openxmlformats.org/officeDocument/2006/relationships/notesMaster" Target="/ppt/notesMasters/notesMaster1.xml" Id="R37691781a4414d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2aa513d145c4fff" /><Relationship Type="http://schemas.openxmlformats.org/officeDocument/2006/relationships/notesMaster" Target="/ppt/notesMasters/notesMaster1.xml" Id="R32cbf6ac9c9d4be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9bc310339144908" /><Relationship Type="http://schemas.openxmlformats.org/officeDocument/2006/relationships/notesMaster" Target="/ppt/notesMasters/notesMaster1.xml" Id="R2dfa12c429984bb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4bf97308ae4495" /><Relationship Type="http://schemas.openxmlformats.org/officeDocument/2006/relationships/notesMaster" Target="/ppt/notesMasters/notesMaster1.xml" Id="R6e5cf6c8848846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78b75c4bd644372" /><Relationship Type="http://schemas.openxmlformats.org/officeDocument/2006/relationships/notesMaster" Target="/ppt/notesMasters/notesMaster1.xml" Id="R57900bea63894a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43350585e744071" /><Relationship Type="http://schemas.openxmlformats.org/officeDocument/2006/relationships/notesMaster" Target="/ppt/notesMasters/notesMaster1.xml" Id="Rc8cc239900dd44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6ba02d88cfa47eb" /><Relationship Type="http://schemas.openxmlformats.org/officeDocument/2006/relationships/notesMaster" Target="/ppt/notesMasters/notesMaster1.xml" Id="Rb9fbcd2145994b0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ea5f7070d5a47bb" /><Relationship Type="http://schemas.openxmlformats.org/officeDocument/2006/relationships/notesMaster" Target="/ppt/notesMasters/notesMaster1.xml" Id="Rae10c4d113df4fa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56b189d92634535" /><Relationship Type="http://schemas.openxmlformats.org/officeDocument/2006/relationships/notesMaster" Target="/ppt/notesMasters/notesMaster1.xml" Id="Raf88a2fa0e93479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184d9cf67e0474c" /><Relationship Type="http://schemas.openxmlformats.org/officeDocument/2006/relationships/notesMaster" Target="/ppt/notesMasters/notesMaster1.xml" Id="Rcc23bd3fd15b4c3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36b6a7912974c1e" /><Relationship Type="http://schemas.openxmlformats.org/officeDocument/2006/relationships/notesMaster" Target="/ppt/notesMasters/notesMaster1.xml" Id="Rdf72c5598e91468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59794a2ed3e4300" /><Relationship Type="http://schemas.openxmlformats.org/officeDocument/2006/relationships/notesMaster" Target="/ppt/notesMasters/notesMaster1.xml" Id="R044a4ef41b1b46d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d08e99b7b47462e" /><Relationship Type="http://schemas.openxmlformats.org/officeDocument/2006/relationships/notesMaster" Target="/ppt/notesMasters/notesMaster1.xml" Id="Rf1d8094758c343b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0d7b8c2cad04d3d" /><Relationship Type="http://schemas.openxmlformats.org/officeDocument/2006/relationships/notesMaster" Target="/ppt/notesMasters/notesMaster1.xml" Id="Rcdab5ca88ca84d6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4981fd0eb4c413f" /><Relationship Type="http://schemas.openxmlformats.org/officeDocument/2006/relationships/notesMaster" Target="/ppt/notesMasters/notesMaster1.xml" Id="R502adaaccd51487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58630c905de478d" /><Relationship Type="http://schemas.openxmlformats.org/officeDocument/2006/relationships/notesMaster" Target="/ppt/notesMasters/notesMaster1.xml" Id="R930473f521e644e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0d5a93356ec46a5" /><Relationship Type="http://schemas.openxmlformats.org/officeDocument/2006/relationships/notesMaster" Target="/ppt/notesMasters/notesMaster1.xml" Id="R9fea327617d24fc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2cd4e5b71404446" /><Relationship Type="http://schemas.openxmlformats.org/officeDocument/2006/relationships/notesMaster" Target="/ppt/notesMasters/notesMaster1.xml" Id="R55ccf622f52a477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5f4ea6bb5974813" /><Relationship Type="http://schemas.openxmlformats.org/officeDocument/2006/relationships/notesMaster" Target="/ppt/notesMasters/notesMaster1.xml" Id="Rd75ec94dab694c8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3e628c321704e1b" /><Relationship Type="http://schemas.openxmlformats.org/officeDocument/2006/relationships/notesMaster" Target="/ppt/notesMasters/notesMaster1.xml" Id="R027724b499a6476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809a4586adf4b28" /><Relationship Type="http://schemas.openxmlformats.org/officeDocument/2006/relationships/notesMaster" Target="/ppt/notesMasters/notesMaster1.xml" Id="Rb367894785fa4a2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c0bec4779ad4c4f" /><Relationship Type="http://schemas.openxmlformats.org/officeDocument/2006/relationships/notesMaster" Target="/ppt/notesMasters/notesMaster1.xml" Id="R876a6bec619d47e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71fdc0636ba4469" /><Relationship Type="http://schemas.openxmlformats.org/officeDocument/2006/relationships/notesMaster" Target="/ppt/notesMasters/notesMaster1.xml" Id="R372e07d10b034e4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17ed6959f3d431f" /><Relationship Type="http://schemas.openxmlformats.org/officeDocument/2006/relationships/notesMaster" Target="/ppt/notesMasters/notesMaster1.xml" Id="Rf4c0a0d6b44a41a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36ee756901e4792" /><Relationship Type="http://schemas.openxmlformats.org/officeDocument/2006/relationships/notesMaster" Target="/ppt/notesMasters/notesMaster1.xml" Id="R9e9aa99ffee044c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a23c37ac08a4f9c" /><Relationship Type="http://schemas.openxmlformats.org/officeDocument/2006/relationships/notesMaster" Target="/ppt/notesMasters/notesMaster1.xml" Id="R3c47968033584d7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39b980a6c0c4ead" /><Relationship Type="http://schemas.openxmlformats.org/officeDocument/2006/relationships/notesMaster" Target="/ppt/notesMasters/notesMaster1.xml" Id="Ra9df7a5d35cc48a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afa6c8e5b9d445d" /><Relationship Type="http://schemas.openxmlformats.org/officeDocument/2006/relationships/notesMaster" Target="/ppt/notesMasters/notesMaster1.xml" Id="R7407ef8a60b2485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3c00f530dd94b05" /><Relationship Type="http://schemas.openxmlformats.org/officeDocument/2006/relationships/notesMaster" Target="/ppt/notesMasters/notesMaster1.xml" Id="R8b4f2592da034c3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f6605b488c840cb" /><Relationship Type="http://schemas.openxmlformats.org/officeDocument/2006/relationships/notesMaster" Target="/ppt/notesMasters/notesMaster1.xml" Id="R2be328081d974d7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a560f90313a437b" /><Relationship Type="http://schemas.openxmlformats.org/officeDocument/2006/relationships/notesMaster" Target="/ppt/notesMasters/notesMaster1.xml" Id="R9d51d4be2bd94fc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390ad1afe28422a" /><Relationship Type="http://schemas.openxmlformats.org/officeDocument/2006/relationships/notesMaster" Target="/ppt/notesMasters/notesMaster1.xml" Id="Re0834e69a6c443a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4cd063bacc3409b" /><Relationship Type="http://schemas.openxmlformats.org/officeDocument/2006/relationships/notesMaster" Target="/ppt/notesMasters/notesMaster1.xml" Id="R2a724126f026474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c5b1716e46e40c8" /><Relationship Type="http://schemas.openxmlformats.org/officeDocument/2006/relationships/notesMaster" Target="/ppt/notesMasters/notesMaster1.xml" Id="Rcd4c866249cb45a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ed98da303fe4110" /><Relationship Type="http://schemas.openxmlformats.org/officeDocument/2006/relationships/notesMaster" Target="/ppt/notesMasters/notesMaster1.xml" Id="R967f621209044d2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64d4d0a381d4fa8" /><Relationship Type="http://schemas.openxmlformats.org/officeDocument/2006/relationships/notesMaster" Target="/ppt/notesMasters/notesMaster1.xml" Id="Rd0df793e8aa340f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2e135182cab4e7a" /><Relationship Type="http://schemas.openxmlformats.org/officeDocument/2006/relationships/notesMaster" Target="/ppt/notesMasters/notesMaster1.xml" Id="Readdca8744b845a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832f9f7138e4d03" /><Relationship Type="http://schemas.openxmlformats.org/officeDocument/2006/relationships/notesMaster" Target="/ppt/notesMasters/notesMaster1.xml" Id="R9f7e6bdfbe8b4d5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996f9ef1e424171" /><Relationship Type="http://schemas.openxmlformats.org/officeDocument/2006/relationships/notesMaster" Target="/ppt/notesMasters/notesMaster1.xml" Id="Rc10afb7be4314f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Stockfish değerlendirmesini hamle kalitesi ve pedagojik geri bildirim için nasıl işlediğimizi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analysis için before ve after evaluation gerekir. Bu, hamlenin etkisini ölçmenin temelidir.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Siyah için aynı matematik ters yönde uygulanır. Bu ayrım yapılmazsa siyahın iyi hamleleri hata gibi görünebilir.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eşikler MVP için açıklanabilir sabitlerdir. Daha sonra kullanıcı seviyesine, time control'e ve veri setine göre kalibre edilebilir.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 değerlendirmesinin anlamı centipawn'dan farklıdır. Ayrı branch kullanmak daha doğru ve açıklanabilirdir.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LLM'e ham sonuç değil, normalize edilmiş ve sınıflandırılmış bir analysis DTO'su veririz.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model çıktısını ürün davranışına çevirmek ve ölçülebilir kurallar koymak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burada karar otoritesi değil, yapılandırılmış motor analizini açıklayan bir katmandır.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Bu, engine-grounded generation'dır. LLM'e sınırlandırılmış ve doğrulanmış context verilir.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Allowlist, prompt'a hangi alanların gireceğini bilinçli biçimde sınırlar. Her şeyi modele vermek daha iyi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output, model ile uygulama arasına bir data contract koyar. JSON syntax'ı tek başına yetmez; alan ve değerler de doğrulanır.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yalnızca açıklama katmanını değiştirir. GameService ve Stockfish sonucu korunur.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MVP'de retrieval yok; engine-grounded generation var. Evaluation ise ayrı bir mühendislik katmanıdır.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7, prompt yazmaktan daha geniş olan LLM application engineering yetkinliğini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ürünlerinde demo başarısı ile güvenilir kalite ölçümü farklıdır. Bu bölüm evaluation yaklaşımını kurar.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Evaluation, modelin veya AI akışının aynı test setinde zaman içinde bozulup bozulmadığını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kaydı, engine gerçeği ile açıklama beklentisini ayırır. Böylece farklı katmanları ayrı ölçebiliriz.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quality, teknik doğruluk ve kullanıcıya yararı birlikte ele alır. Tek bir accuracy sayısı yeterli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şeyi LLM'e puanlatmak circular evaluation riski oluşturur. Deterministic checks ve insan değerlendirmesi birlikte kullanılmalıdır.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Evaluation'ı CI'a bağlamak, prompt veya model değişikliğinde kalite gerilemesini görünür yapar.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8, AI engineer'in model çağrısından kalite mühendisliğine geçişini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engineer için teslimat; yalnızca Python kodu değil, tekrarlanabilir çalışma ortamı, test kapısı ve izlenebilir servis demektir.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bir sihirli güvenilirlik katmanı değildir. Ancak bağımlılıkları ve başlatma adımlarını standartlaştırarak debug alanını küçültür.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Dockerfile build-time ile runtime sorumluluklarını ayırır. Secret gibi değerler image içine gömülmemeli; runtime environment üzerinden verilmelidir.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Ortam ayrımı yalnızca deployment konusu değildir. Testlerde timeout ve engine path gibi bağımlılıkları kontrol edebilmek, hızlı ve güvenilir feedback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CI, ekipte ortak kalite eşiği oluşturur. Önce ucuz ve hızlı kontroller, sonra daha pahalı evaluation veya image build adımları çalıştırılabilir.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Kullanıcı, engine timeout olduğunda boş veya uydurma açıklama görmemeli. Hata, log ve response contract ile görünür hale getirilmelidir.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9, MVP kodunu çalıştırılabilir ve değerlendirilebilir bir teslimata bağlar. Sonraki adım güvenlik ve maliyet guardrail'leridir.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ef76e2eb84c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0081f6337748b9" /><Relationship Type="http://schemas.openxmlformats.org/officeDocument/2006/relationships/slideLayout" Target="/ppt/slideLayouts/slideLayout1.xml" Id="R56c1a8a6745149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1a8a6745149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be0c068574bdc" /><Relationship Type="http://schemas.openxmlformats.org/officeDocument/2006/relationships/notesSlide" Target="/ppt/notesSlides/notesSlide1.xml" Id="Rb363bd0e570947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38ca2f6194d0e" /><Relationship Type="http://schemas.openxmlformats.org/officeDocument/2006/relationships/notesSlide" Target="/ppt/notesSlides/notesSlide2.xml" Id="R35dfe05ff8044b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5ecb249aa4ba2" /><Relationship Type="http://schemas.openxmlformats.org/officeDocument/2006/relationships/notesSlide" Target="/ppt/notesSlides/notesSlide3.xml" Id="R82aae196663140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7e7928f2144b6" /><Relationship Type="http://schemas.openxmlformats.org/officeDocument/2006/relationships/notesSlide" Target="/ppt/notesSlides/notesSlide4.xml" Id="R02799344cf03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43b797d4743c5" /><Relationship Type="http://schemas.openxmlformats.org/officeDocument/2006/relationships/notesSlide" Target="/ppt/notesSlides/notesSlide5.xml" Id="R2fbbe8b4fc2a45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c889fc42345d8" /><Relationship Type="http://schemas.openxmlformats.org/officeDocument/2006/relationships/notesSlide" Target="/ppt/notesSlides/notesSlide6.xml" Id="Rf34965bdd809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5dcd1643b4eb5" /><Relationship Type="http://schemas.openxmlformats.org/officeDocument/2006/relationships/notesSlide" Target="/ppt/notesSlides/notesSlide7.xml" Id="R33a7873f4a69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ca7405f684124" /><Relationship Type="http://schemas.openxmlformats.org/officeDocument/2006/relationships/notesSlide" Target="/ppt/notesSlides/notesSlide8.xml" Id="R2ea76598ab4041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4c58d7f9c4847" /><Relationship Type="http://schemas.openxmlformats.org/officeDocument/2006/relationships/notesSlide" Target="/ppt/notesSlides/notesSlide9.xml" Id="R03b2dad3a8bc4a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6d224525f44e3" /><Relationship Type="http://schemas.openxmlformats.org/officeDocument/2006/relationships/notesSlide" Target="/ppt/notesSlides/notesSlide10.xml" Id="R8a40d35d0ed84e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f6a7a458f472d" /><Relationship Type="http://schemas.openxmlformats.org/officeDocument/2006/relationships/notesSlide" Target="/ppt/notesSlides/notesSlide11.xml" Id="R0b100b96361c4e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f5e6a36e34877" /><Relationship Type="http://schemas.openxmlformats.org/officeDocument/2006/relationships/notesSlide" Target="/ppt/notesSlides/notesSlide12.xml" Id="R16abfc542eab49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3547017e94ff0" /><Relationship Type="http://schemas.openxmlformats.org/officeDocument/2006/relationships/notesSlide" Target="/ppt/notesSlides/notesSlide13.xml" Id="R6987335f509a47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5f3ce40274bc3" /><Relationship Type="http://schemas.openxmlformats.org/officeDocument/2006/relationships/notesSlide" Target="/ppt/notesSlides/notesSlide14.xml" Id="R90e98f1b369c44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21abcd57c43fe" /><Relationship Type="http://schemas.openxmlformats.org/officeDocument/2006/relationships/notesSlide" Target="/ppt/notesSlides/notesSlide15.xml" Id="R14f565f430c049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7f8935b34382" /><Relationship Type="http://schemas.openxmlformats.org/officeDocument/2006/relationships/notesSlide" Target="/ppt/notesSlides/notesSlide16.xml" Id="Rb9bfedcbc5e749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41156e5bb44b2" /><Relationship Type="http://schemas.openxmlformats.org/officeDocument/2006/relationships/notesSlide" Target="/ppt/notesSlides/notesSlide17.xml" Id="R182b2e48ac7f41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605fa5bc34a17" /><Relationship Type="http://schemas.openxmlformats.org/officeDocument/2006/relationships/notesSlide" Target="/ppt/notesSlides/notesSlide18.xml" Id="R950748193c124f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1d8eedc8d43de" /><Relationship Type="http://schemas.openxmlformats.org/officeDocument/2006/relationships/notesSlide" Target="/ppt/notesSlides/notesSlide19.xml" Id="Re097d65955d04c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0dcad53a5448b" /><Relationship Type="http://schemas.openxmlformats.org/officeDocument/2006/relationships/notesSlide" Target="/ppt/notesSlides/notesSlide20.xml" Id="R045ec674a42b4e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7c6a225344848" /><Relationship Type="http://schemas.openxmlformats.org/officeDocument/2006/relationships/notesSlide" Target="/ppt/notesSlides/notesSlide21.xml" Id="R5d4271b8beae4f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3f82b7af548c5" /><Relationship Type="http://schemas.openxmlformats.org/officeDocument/2006/relationships/notesSlide" Target="/ppt/notesSlides/notesSlide22.xml" Id="R925892be34b042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726cfba9b4a8d" /><Relationship Type="http://schemas.openxmlformats.org/officeDocument/2006/relationships/notesSlide" Target="/ppt/notesSlides/notesSlide23.xml" Id="R37dca8c4fb6247b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3323fa1e94483" /><Relationship Type="http://schemas.openxmlformats.org/officeDocument/2006/relationships/notesSlide" Target="/ppt/notesSlides/notesSlide24.xml" Id="Rb1e327d7512746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aa7c777b54b6d" /><Relationship Type="http://schemas.openxmlformats.org/officeDocument/2006/relationships/notesSlide" Target="/ppt/notesSlides/notesSlide25.xml" Id="R06f973e9f4a74d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b84cf07d34299" /><Relationship Type="http://schemas.openxmlformats.org/officeDocument/2006/relationships/notesSlide" Target="/ppt/notesSlides/notesSlide26.xml" Id="Rd18e75126d1f4bb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beac34fb74b55" /><Relationship Type="http://schemas.openxmlformats.org/officeDocument/2006/relationships/notesSlide" Target="/ppt/notesSlides/notesSlide27.xml" Id="R96adc23957c448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0e43cf8a747fb" /><Relationship Type="http://schemas.openxmlformats.org/officeDocument/2006/relationships/notesSlide" Target="/ppt/notesSlides/notesSlide28.xml" Id="Refd2b495bafd48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34861a5af482e" /><Relationship Type="http://schemas.openxmlformats.org/officeDocument/2006/relationships/notesSlide" Target="/ppt/notesSlides/notesSlide29.xml" Id="Ra2408a7115fb405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27fde69c4799" /><Relationship Type="http://schemas.openxmlformats.org/officeDocument/2006/relationships/notesSlide" Target="/ppt/notesSlides/notesSlide30.xml" Id="Rf6574624176e43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9df07b94741e2" /><Relationship Type="http://schemas.openxmlformats.org/officeDocument/2006/relationships/notesSlide" Target="/ppt/notesSlides/notesSlide31.xml" Id="R72b41943e79646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5f67af3974b2a" /><Relationship Type="http://schemas.openxmlformats.org/officeDocument/2006/relationships/notesSlide" Target="/ppt/notesSlides/notesSlide32.xml" Id="R70f17eddea904bf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9abb20603425c" /><Relationship Type="http://schemas.openxmlformats.org/officeDocument/2006/relationships/notesSlide" Target="/ppt/notesSlides/notesSlide33.xml" Id="Rfcd160d22a3344a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1833fc2fe42ad" /><Relationship Type="http://schemas.openxmlformats.org/officeDocument/2006/relationships/notesSlide" Target="/ppt/notesSlides/notesSlide34.xml" Id="R3c3aad46bdc74ed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7ffee9a1749c7" /><Relationship Type="http://schemas.openxmlformats.org/officeDocument/2006/relationships/notesSlide" Target="/ppt/notesSlides/notesSlide35.xml" Id="Rf5a3bd3d34d84da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7ee36ea784a46" /><Relationship Type="http://schemas.openxmlformats.org/officeDocument/2006/relationships/notesSlide" Target="/ppt/notesSlides/notesSlide36.xml" Id="R1e1638f8c4b0418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e3b02a26e4fb0" /><Relationship Type="http://schemas.openxmlformats.org/officeDocument/2006/relationships/notesSlide" Target="/ppt/notesSlides/notesSlide37.xml" Id="Rf88c6d030ac9484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e64c9fa794896" /><Relationship Type="http://schemas.openxmlformats.org/officeDocument/2006/relationships/notesSlide" Target="/ppt/notesSlides/notesSlide38.xml" Id="R94dd532eb5ec4ba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a7e133387497a" /><Relationship Type="http://schemas.openxmlformats.org/officeDocument/2006/relationships/notesSlide" Target="/ppt/notesSlides/notesSlide39.xml" Id="R276b5aa5d44843d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70a0b98fb4419" /><Relationship Type="http://schemas.openxmlformats.org/officeDocument/2006/relationships/notesSlide" Target="/ppt/notesSlides/notesSlide40.xml" Id="R935a5225edbf460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13fb832774ab2" /><Relationship Type="http://schemas.openxmlformats.org/officeDocument/2006/relationships/notesSlide" Target="/ppt/notesSlides/notesSlide41.xml" Id="Reaca6e7cf715405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4a8f31c1e4b86" /><Relationship Type="http://schemas.openxmlformats.org/officeDocument/2006/relationships/notesSlide" Target="/ppt/notesSlides/notesSlide42.xml" Id="Rb8e5ecfb3d2d43c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13531e5f0423a" /><Relationship Type="http://schemas.openxmlformats.org/officeDocument/2006/relationships/notesSlide" Target="/ppt/notesSlides/notesSlide43.xml" Id="R244b29a65b23450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76775c2024704" /><Relationship Type="http://schemas.openxmlformats.org/officeDocument/2006/relationships/notesSlide" Target="/ppt/notesSlides/notesSlide44.xml" Id="R6ad7392379ac462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cd3c5bf6247fb" /><Relationship Type="http://schemas.openxmlformats.org/officeDocument/2006/relationships/notesSlide" Target="/ppt/notesSlides/notesSlide45.xml" Id="R26722bae4a1a45f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f144139f54baf" /><Relationship Type="http://schemas.openxmlformats.org/officeDocument/2006/relationships/notesSlide" Target="/ppt/notesSlides/notesSlide46.xml" Id="Rc7dd02d1818c455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926b055a34753" /><Relationship Type="http://schemas.openxmlformats.org/officeDocument/2006/relationships/notesSlide" Target="/ppt/notesSlides/notesSlide47.xml" Id="R38b76c752921407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6f32b409b4e75" /><Relationship Type="http://schemas.openxmlformats.org/officeDocument/2006/relationships/notesSlide" Target="/ppt/notesSlides/notesSlide48.xml" Id="Rad1da48cd42544d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23cf4039b451d" /><Relationship Type="http://schemas.openxmlformats.org/officeDocument/2006/relationships/notesSlide" Target="/ppt/notesSlides/notesSlide49.xml" Id="Rf1daf38a1c894e9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8416959474703" /><Relationship Type="http://schemas.openxmlformats.org/officeDocument/2006/relationships/notesSlide" Target="/ppt/notesSlides/notesSlide50.xml" Id="Rdefa83a9800040e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11170139e4455" /><Relationship Type="http://schemas.openxmlformats.org/officeDocument/2006/relationships/notesSlide" Target="/ppt/notesSlides/notesSlide51.xml" Id="R52470d5f5e254d2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e55efcb4e4963" /><Relationship Type="http://schemas.openxmlformats.org/officeDocument/2006/relationships/notesSlide" Target="/ppt/notesSlides/notesSlide52.xml" Id="R4a17115a6fc448b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de0be31464c02" /><Relationship Type="http://schemas.openxmlformats.org/officeDocument/2006/relationships/notesSlide" Target="/ppt/notesSlides/notesSlide53.xml" Id="Rd5ba720f2c4a437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4655025ed498d" /><Relationship Type="http://schemas.openxmlformats.org/officeDocument/2006/relationships/notesSlide" Target="/ppt/notesSlides/notesSlide54.xml" Id="R216e035c0ae7463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f7e8a29cc4426" /><Relationship Type="http://schemas.openxmlformats.org/officeDocument/2006/relationships/notesSlide" Target="/ppt/notesSlides/notesSlide55.xml" Id="Rfe0c1fed37f343d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77f4e31ce458a" /><Relationship Type="http://schemas.openxmlformats.org/officeDocument/2006/relationships/notesSlide" Target="/ppt/notesSlides/notesSlide56.xml" Id="R7bddfa1651674dd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73d2801c549ea" /><Relationship Type="http://schemas.openxmlformats.org/officeDocument/2006/relationships/notesSlide" Target="/ppt/notesSlides/notesSlide57.xml" Id="R75f3be01cb89476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1fede8e004716" /><Relationship Type="http://schemas.openxmlformats.org/officeDocument/2006/relationships/notesSlide" Target="/ppt/notesSlides/notesSlide58.xml" Id="R73191ea91dbb404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ca151d17c4330" /><Relationship Type="http://schemas.openxmlformats.org/officeDocument/2006/relationships/notesSlide" Target="/ppt/notesSlides/notesSlide59.xml" Id="Ra28d2a6868d54a5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43a6224d440a0" /><Relationship Type="http://schemas.openxmlformats.org/officeDocument/2006/relationships/notesSlide" Target="/ppt/notesSlides/notesSlide60.xml" Id="R8604188b7779429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b4f77259840ad" /><Relationship Type="http://schemas.openxmlformats.org/officeDocument/2006/relationships/notesSlide" Target="/ppt/notesSlides/notesSlide61.xml" Id="R23af20ca00194aa4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d20736ce845b2" /><Relationship Type="http://schemas.openxmlformats.org/officeDocument/2006/relationships/notesSlide" Target="/ppt/notesSlides/notesSlide62.xml" Id="Rdf7224aa76dd45e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5229e5dc74450" /><Relationship Type="http://schemas.openxmlformats.org/officeDocument/2006/relationships/notesSlide" Target="/ppt/notesSlides/notesSlide63.xml" Id="Rbe054edbd5ff44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E8B9-D460-4DCB-AEEA-47B1E67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B172-05D6-4654-9C70-C767C1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skorunu insan için anlamlı bir geri bildirime çevirmek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3B3F-A12E-437B-B962-762DE1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6 · Loss,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210715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ADBC-6EAE-46DF-8ADA-F4F0B33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B9D1-292A-489D-813F-6F1FB8C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analizi iki pozisyonu karşılaştırır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9681-A59E-4E1B-8B33-72B4EB6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oynanmadan önce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7176-E881-472C-BE12-4ECC83F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oyuncu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hamlesi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FD316-903D-4991-A39B-4C00EA0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oynandıktan sonra</a:t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-0.80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600D-CD17-4345-99CB-923E9BB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Analiz, tek başına “motor ne dedi?” değil, hamlenin konumu nasıl değiştirdiğidir.</a:t>
            </a:r>
          </a:p>
        </p:txBody>
      </p:sp>
    </p:spTree>
    <p:extLst>
      <p:ext uri="{BB962C8B-B14F-4D97-AF65-F5344CB8AC3E}">
        <p14:creationId xmlns:p14="http://schemas.microsoft.com/office/powerpoint/2010/main" val="11803739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7820-9142-4189-BEEF-C43E10C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9F82-107F-46D7-B52E-40C6712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oyuncu perspektifinden hesaplanır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98D3-A638-4426-B94C-D2C7C1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= before −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+0.80’den +0.30’a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5C54-B63C-474A-B83D-D965B1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 = after −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+0.30’den +0.80’e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A8A-A6D0-4554-8916-D740337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beyaz perspektifinde tutulur; loss hesabı hamleyi yapan oyuncuya göre yön değiştirir.</a:t>
            </a:r>
          </a:p>
        </p:txBody>
      </p:sp>
    </p:spTree>
    <p:extLst>
      <p:ext uri="{BB962C8B-B14F-4D97-AF65-F5344CB8AC3E}">
        <p14:creationId xmlns:p14="http://schemas.microsoft.com/office/powerpoint/2010/main" val="1083992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C59A-C36D-4DCA-812E-10EE218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C2EC-BFF0-4C59-911E-56A35C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loss’tan hamle sınıfına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36CB-A449-4D96-90B6-578D352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0F1C-DC26-4958-95F3-9000F2C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6144-3D84-4536-8155-C3282AB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çok güçlü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10A3-74D6-420C-909A-23A26E1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11–50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2D9-690A-4A23-8FBC-39FEB7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7035-4663-4866-BC1C-F8CF0A5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A901-BA79-496C-9695-9CC16B9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51–100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E678-5043-4945-A06B-6EFBC63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46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6006F-C3A0-4C75-B4B0-22B27B0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EE7D-B821-4B46-9E45-7D2FFB7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101–200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7699-7169-472E-8054-2E2B592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564-6DC3-4678-8529-061804D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50FF-E10E-41BF-BAA4-AE33234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201+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8869-5318-4DA9-B681-BF99CA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0626-0E35-44F9-A08C-DE902AB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ciddi kayıp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BCB-9405-45EE-A86E-922A562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Eşikler ürün kararlarıdır; motorun doğal gerçeği değildir.</a:t>
            </a:r>
          </a:p>
        </p:txBody>
      </p:sp>
    </p:spTree>
    <p:extLst>
      <p:ext uri="{BB962C8B-B14F-4D97-AF65-F5344CB8AC3E}">
        <p14:creationId xmlns:p14="http://schemas.microsoft.com/office/powerpoint/2010/main" val="11346758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B19B-5535-4015-B788-7A642C2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8719-EE0A-45EC-A4B2-F8CE6EC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 skorları ayrı sınıflandırılır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82B-4A6C-42AB-80BB-A9366C8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Normal skor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cp → 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hesabı yapılır.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9E97-7141-457A-8595-8D55625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geçişi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→ cp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cp →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blunder veya forced mate sonucu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olarak sınıflandırılır.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D9F4-2EF1-4BE3-ADDA-91512AF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Mate’i 100000 centipawn gibi sahte bir sayıya çevirip normal loss hesabına sokmuyoruz.</a:t>
            </a:r>
          </a:p>
        </p:txBody>
      </p:sp>
    </p:spTree>
    <p:extLst>
      <p:ext uri="{BB962C8B-B14F-4D97-AF65-F5344CB8AC3E}">
        <p14:creationId xmlns:p14="http://schemas.microsoft.com/office/powerpoint/2010/main" val="1897541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133-D415-46D8-BA15-B30433D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9DF3-CEFB-4145-806A-1640ED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73F7-E4A4-4A7B-ADDC-0043127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AE9A-B808-4944-9AE0-0AC98C6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A931-A4B9-4FF5-BF6B-1D26521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kind + value + pv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1734-8C2F-4975-80C2-095F45F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F3A-6E74-4D37-8185-D5145D8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9E90-ADF4-4006-8540-A06B770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white / black mover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6C14-0F32-4387-BF35-A19F01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CDD0-AA88-4E6D-A524-ACE6C16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0F8A-609F-4607-B3BA-311C062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 veya mate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BB87-DB83-4018-ACD7-25F631A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C768-390A-4ECD-8AAA-9F46D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67114-6D97-462A-9284-8D1F091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best → blunder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0EC1-5142-4A7C-B243-9392A1F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84BF-F049-4BD3-8E58-A26334E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CD4F-37D6-434E-BCB7-777E17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validated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02401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A3A-A881-4C4D-B5F0-896A70A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A9EF-590F-4039-8C90-F647C61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6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82DD-DD2F-4BD4-AB9C-D9F627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 motor skorunu, oyuncu perspektifine göre anlamlandırılmış ve test edilebilir bir move analysis’e çevirebilirsin.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899A-5DF1-4699-A596-2D4285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“Centipawn loss’u hamleyi yapan oyuncunun perspektifinde hesaplıyor, mate geçişlerini ayrı sınıflandırıyor ve LLM’e yalnızca doğrulanmış analysis DTO’su gönderiyorum.”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601B-12F5-4A67-8C31-D343555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Coach prompt, structured output ve LLM validation</a:t>
            </a:r>
          </a:p>
        </p:txBody>
      </p:sp>
    </p:spTree>
    <p:extLst>
      <p:ext uri="{BB962C8B-B14F-4D97-AF65-F5344CB8AC3E}">
        <p14:creationId xmlns:p14="http://schemas.microsoft.com/office/powerpoint/2010/main" val="16351908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EBD-8097-4459-B4F8-7046BB2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 katmanı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55B6-2DA4-4B3D-A7AD-390E139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sonucunu değiştirmeden, insana anlaşılır hale getirmek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C9E6-5BEF-4748-A483-B9B945A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7 · Prompt, JSON output ve validation</a:t>
            </a:r>
          </a:p>
        </p:txBody>
      </p:sp>
    </p:spTree>
    <p:extLst>
      <p:ext uri="{BB962C8B-B14F-4D97-AF65-F5344CB8AC3E}">
        <p14:creationId xmlns:p14="http://schemas.microsoft.com/office/powerpoint/2010/main" val="5275006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E289E-42B3-4EA0-B537-1EF4C9B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7E669-9570-4D6D-8A91-BB3BC14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katmanının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E285-32B1-4348-B63E-188F8F4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LLM’e verilen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güvenilir veriler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6068-0CAD-45C5-BC4A-119E02BD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LLM’in görevi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Bu veriyi değiştirmeden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Türkçe açıklamak.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skorunu üretmemek.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Hamleyi yeniden değerlendirmemek.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4C90-29FD-473A-AB18-9FE3DAB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hesaplar; LLM açıklamayı üretir.</a:t>
            </a:r>
          </a:p>
        </p:txBody>
      </p:sp>
    </p:spTree>
    <p:extLst>
      <p:ext uri="{BB962C8B-B14F-4D97-AF65-F5344CB8AC3E}">
        <p14:creationId xmlns:p14="http://schemas.microsoft.com/office/powerpoint/2010/main" val="298742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257AE-4ADF-46F9-AE9C-FA68B6E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EFC7D-E72E-4498-AD95-CA33787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Prompt’a ne gönderiyoruz?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7DC58-B427-4D1E-A21A-EE7585F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İzin verilen alanlar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evaluationBefore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evaluationAfter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lossInCentipawns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E24C-2705-4C9C-841D-DB0A4AD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allowlist?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Gereksiz bağlamı azaltır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injection yüzeyini daraltır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edilebilirliği artırır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Modelin rolünü sınırlar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576A-DBFD-4DF7-BE59-A2E66A1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LLM’e ham FEN veya istemci iddiası değil, backend’in ürettiği DTO gider.</a:t>
            </a:r>
          </a:p>
        </p:txBody>
      </p:sp>
    </p:spTree>
    <p:extLst>
      <p:ext uri="{BB962C8B-B14F-4D97-AF65-F5344CB8AC3E}">
        <p14:creationId xmlns:p14="http://schemas.microsoft.com/office/powerpoint/2010/main" val="18287930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9E1B2-C584-45FF-A536-7B58B1C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9A22C-8569-472D-9B1E-00391E0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neden gerekli?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DE2E-1699-4C18-88E9-D8551C0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Serbest metin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“Bence bu hamle biraz kötü...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Belki d4 oynanabilirdi...”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Parsing ve UI güveni zayıf.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2919-94E2-441F-B088-2EE9DE4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sözleşmesi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summary,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explanation,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lesson,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confidence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Validation yapılabilir.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D270E-B742-44CF-BDE5-60A1BFC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UI, modelin cümlesini değil, doğrulanmış response schema’sını tüketir.</a:t>
            </a:r>
          </a:p>
        </p:txBody>
      </p:sp>
    </p:spTree>
    <p:extLst>
      <p:ext uri="{BB962C8B-B14F-4D97-AF65-F5344CB8AC3E}">
        <p14:creationId xmlns:p14="http://schemas.microsoft.com/office/powerpoint/2010/main" val="10295848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DB2B1-025C-494C-B8F2-51EF7D6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5D9C-8D70-4DBA-B253-60DA712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 cevabı güvenilir değilse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3AD5-9262-4D08-AEBB-D193B33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44E7-2EC7-4296-AE5B-26303AD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02FD-B48D-42AD-A123-2F1C2CC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9AA8-6220-4766-8E79-AE4F74C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F5949-E432-4800-A75D-95F9387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parse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B95F-E6A9-4260-A4FB-74262CC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1DF1-9D0E-4B8E-9E47-03C2488E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D3A2-AD32-4FEE-B215-7E2D2F9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Alan eksik veya yanlış tip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DAE6B-3F7E-4F9A-82F3-FF4AF26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2676-3CD4-4864-BC0F-4E03E51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3BD6B-B25D-4B5F-88C7-40864D0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Confidence geçersiz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4B212-E09A-4352-A140-B26194E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3C910-39EA-4931-9B45-FD0D482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F2D3-C564-47B0-985F-49AF43E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Geçerli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F00C-D64B-4BA9-8D59-9CA3534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UI’ye gönder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F2B77-5A03-4879-8416-0DCD883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kullanılamıyor diye satranç state’i veya motor analizi bozulmamalı.</a:t>
            </a:r>
          </a:p>
        </p:txBody>
      </p:sp>
    </p:spTree>
    <p:extLst>
      <p:ext uri="{BB962C8B-B14F-4D97-AF65-F5344CB8AC3E}">
        <p14:creationId xmlns:p14="http://schemas.microsoft.com/office/powerpoint/2010/main" val="2541654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B13B3-A4B0-4E38-B956-84E085E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83D9-19AC-4F17-AA9B-266019B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Grounding, RAG ve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2370-9A3C-4643-92F0-3D8E01E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MVP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hesaplar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prompt context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LLM açıklar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Retrieval yok.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8FA67-53A9-448D-A0CE-8F1E1A7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İleride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Eski oyunlar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öğretim materyali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benzer pozisyonlar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Arama +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8496-860D-4D28-9A43-CA7BB9F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571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 mu?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Anlaşılır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Tutarlı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Maliyeti 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9271-7679-4927-B8CC-D26EE90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RAG bağlam getirir; evaluation sistemin iyi çalışıp çalışmadığını ölçer.</a:t>
            </a:r>
          </a:p>
        </p:txBody>
      </p:sp>
    </p:spTree>
    <p:extLst>
      <p:ext uri="{BB962C8B-B14F-4D97-AF65-F5344CB8AC3E}">
        <p14:creationId xmlns:p14="http://schemas.microsoft.com/office/powerpoint/2010/main" val="93315277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050-4CF1-4F94-A677-8CBD2DB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0FA6-DC83-469C-9E5C-3C5973B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7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776A-8311-4705-9A0F-A748FBD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LLM’i serbest karar verici olarak değil, doğrulanmış analiz DTO’sunu açıklayan kontrollü bir katman olarak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2FDA-98E1-42C5-9BCE-3F30126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“LLM’e allowlist edilmiş structured context gönderiyor, JSON response’u validate ediyor ve model hatasında deterministic fallback kullanıyorum.”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6D4E-3524-4DD3-B6D3-A8953A4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Evaluation dataset ve AI quality ölçümü</a:t>
            </a:r>
          </a:p>
        </p:txBody>
      </p:sp>
    </p:spTree>
    <p:extLst>
      <p:ext uri="{BB962C8B-B14F-4D97-AF65-F5344CB8AC3E}">
        <p14:creationId xmlns:p14="http://schemas.microsoft.com/office/powerpoint/2010/main" val="56787102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6832-E6A9-4F60-BCB0-1F5538B1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sistemi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C2B7-F2D7-46C3-BB24-5CB6FC8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“Çalışıyor” demek yerine kaliteyi ölçmek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267ED-232B-455D-94CA-D404DE3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8 · Dataset, metrics ve regression</a:t>
            </a:r>
          </a:p>
        </p:txBody>
      </p:sp>
    </p:spTree>
    <p:extLst>
      <p:ext uri="{BB962C8B-B14F-4D97-AF65-F5344CB8AC3E}">
        <p14:creationId xmlns:p14="http://schemas.microsoft.com/office/powerpoint/2010/main" val="104521931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B89C-37E2-4ECC-BBC6-B1DC664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FFE7-AE57-44FF-AEAB-74BF1E0B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 ile evaluation aynı şey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C36D7-4E34-4226-B7D6-F288B12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pozisyonu oynattım.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Cevap güzel göründü.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örnek.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Seçim yanlılığı yüksek.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7DB3-3EC2-4AB1-A5DE-B370CF3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Tanımlı örnek seti.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Beklenen sonuç.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Tekrarlanabilir ölçüm.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Regression yakalar.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AA9B-A145-42D7-A309-60EB055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Bir örnek iyi sonuç verebilir; dataset sistemin genel davranışını gösterir.</a:t>
            </a:r>
          </a:p>
        </p:txBody>
      </p:sp>
    </p:spTree>
    <p:extLst>
      <p:ext uri="{BB962C8B-B14F-4D97-AF65-F5344CB8AC3E}">
        <p14:creationId xmlns:p14="http://schemas.microsoft.com/office/powerpoint/2010/main" val="162330641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575E-2FB7-4119-B62A-DFE35DC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0FA1-5073-4BCD-B380-7BE1926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evaluation örneği neleri içerir?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900E-A1A0-4CE0-A913-B647014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096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id: "opening-blunder-001",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fenBefore: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playedMove: "e2e4",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engineEvaluation: { kind: "centipawn", value: -80 },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expectedClass: "inaccuracy",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expectedLesson: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tags: ["opening", "center"]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6152-DABD-44DA-960A-94B0DD1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Test örneği yalnızca prompt değil, doğrulanabilir beklenen davranış taşır.</a:t>
            </a:r>
          </a:p>
        </p:txBody>
      </p:sp>
    </p:spTree>
    <p:extLst>
      <p:ext uri="{BB962C8B-B14F-4D97-AF65-F5344CB8AC3E}">
        <p14:creationId xmlns:p14="http://schemas.microsoft.com/office/powerpoint/2010/main" val="14245079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7FFB-B932-4835-B579-451B475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E0FC7-C7BC-413D-9E20-EBFF7D47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Kaliteyi tek metrikle ölçemeyiz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21494-0FAB-48E9-BCE8-D0C37C4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C611B-DD5D-4FF7-AB30-1E834D2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 move ve score doğru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C92F4-B9ED-4EB4-BD96-D4950B0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5EE5-45BE-4F9E-A34F-4F1672A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doğru sınıfa dönüştü mü?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AB6C0-D8EF-4B17-9491-2F6D8A1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Explanation fidelity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F58D1-3A3A-436B-9175-F8EAD3ED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motor sonucunu değiştirdi mi?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9BECF-B6FE-4769-9492-09EC87E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Pedagogy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B836B-A4E9-4764-8BD9-7755F03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ne yapacağını anlayabiliyor mu?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1DB3-F8EA-492C-9910-9A31AF1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9E454-6905-4E0B-8585-E75DF13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Timeout, fallback ve schema davranışı?</a:t>
            </a:r>
          </a:p>
        </p:txBody>
      </p:sp>
    </p:spTree>
    <p:extLst>
      <p:ext uri="{BB962C8B-B14F-4D97-AF65-F5344CB8AC3E}">
        <p14:creationId xmlns:p14="http://schemas.microsoft.com/office/powerpoint/2010/main" val="13552744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E557E-39EC-48B5-8047-B45D46C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2149A-4162-48C6-A9B4-9F829F77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Neyi otomatik, neyi insanla ölçeriz?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11A91-4ED2-4B01-B748-7F01677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Deterministic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doğru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legal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 eşiklere uyuyor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schema geçerli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07A8A-3098-48CC-8C4F-5B74136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Açıklama anlaşılır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Ton yargılayıcı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Ders uygulanabilir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seviyesine uygun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B8CCC-27A2-48F6-B036-8C3A745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LLM-as-judge yardımcı olabilir; insan örneklem kontrolü gerekir.</a:t>
            </a:r>
          </a:p>
        </p:txBody>
      </p:sp>
    </p:spTree>
    <p:extLst>
      <p:ext uri="{BB962C8B-B14F-4D97-AF65-F5344CB8AC3E}">
        <p14:creationId xmlns:p14="http://schemas.microsoft.com/office/powerpoint/2010/main" val="2305863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55505-7275-4212-9FAC-C662887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D25BB-F5C4-43AE-B26C-0CA6153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 ve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EAFAC-6992-4FD9-8000-B11166A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8CAC6-398D-4C2A-91CB-6FFA60E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Dataset’i sabitle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6356-0B3B-40CF-808E-B407726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version +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8C9E5-713E-4C7C-8FA7-A703F46E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31EF6-BB1B-4A67-980E-32A63A0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örneği çalıştır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5CAE-5848-4413-8E22-ADF38FF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+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1D07E-3106-4652-98F7-70576A4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39255-508F-48B8-A879-B5ACA88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Metrikleri hesapla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5CCFC-A55F-4435-A6E4-D1CF92B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accuracy, pass rate,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8F2D8-A5C0-49E1-A4DE-901B71C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BB658-CC62-4E99-A8C7-5054992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Önceki sürümle karşılaştır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9A1BE-1AFF-44E9-BD78-C696C22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regression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0FC5A-8C83-460C-90DB-3D1A2EF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6507A-F5B6-47E2-BFA9-D27066A7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CI’da eşik uygula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7F9BA-30D3-4CEB-8E0B-CC85EF8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fail veya review</a:t>
            </a:r>
          </a:p>
        </p:txBody>
      </p:sp>
    </p:spTree>
    <p:extLst>
      <p:ext uri="{BB962C8B-B14F-4D97-AF65-F5344CB8AC3E}">
        <p14:creationId xmlns:p14="http://schemas.microsoft.com/office/powerpoint/2010/main" val="4198749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69794-2651-4598-B4E1-563E3F7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84EB-F750-4B31-902F-FA3DC544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8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63CBA-5360-4D24-A429-DED325E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örnek göstererek değil, tanımlı dataset ve metriklerle değerlendirebilirsin.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5F4C-67A3-4E72-BF4D-2F9D930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“Engine doğruluğunu deterministic testlerle, coach kalitesini rubric ve insan örneklemiyle ölçüp regression sonuçlarını CI’da takip ederim.”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6499-6511-4B27-987B-76442272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Docker, CI/CD ve deployment</a:t>
            </a:r>
          </a:p>
        </p:txBody>
      </p:sp>
    </p:spTree>
    <p:extLst>
      <p:ext uri="{BB962C8B-B14F-4D97-AF65-F5344CB8AC3E}">
        <p14:creationId xmlns:p14="http://schemas.microsoft.com/office/powerpoint/2010/main" val="142321753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4413-5A9C-4F16-8444-2235BD6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Docker, CI/CD ve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D567F-40F0-4097-B27B-8EB98DB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makinemde çalışmasından servisin teslimine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76AF1-23A2-4F54-99A5-EAF94E7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9 · Paketleme, otomasyon ve operasyon</a:t>
            </a:r>
          </a:p>
        </p:txBody>
      </p:sp>
    </p:spTree>
    <p:extLst>
      <p:ext uri="{BB962C8B-B14F-4D97-AF65-F5344CB8AC3E}">
        <p14:creationId xmlns:p14="http://schemas.microsoft.com/office/powerpoint/2010/main" val="182428606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B105A-2CBA-49AA-97B3-948A4660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C622-D908-4EF3-8A31-B5786BA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paketleme ve teslimat öğrenmeliyiz?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CA104-9ACC-4008-86A2-5CE82F9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Yerel makine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sürümü farklı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yolu farklı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Çevre değişkeni eksik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‘Bende çalışıyor’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56C81-83A2-4A0B-8B1F-04126D70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Teslim edilebilir servis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Sabit runtime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 config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Otomatik test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→ Tekrarlanabilir davranış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48303-0438-4877-A580-A23F63D3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Container çözümün tamamı değildir; ortam farkını azaltan bir sözleşmedir.</a:t>
            </a:r>
          </a:p>
        </p:txBody>
      </p:sp>
    </p:spTree>
    <p:extLst>
      <p:ext uri="{BB962C8B-B14F-4D97-AF65-F5344CB8AC3E}">
        <p14:creationId xmlns:p14="http://schemas.microsoft.com/office/powerpoint/2010/main" val="206076235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091BF-B988-4ED4-B0BE-351D83D5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35FA4-69D4-4C59-83C7-69DCEBC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Dockerfile neyi garanti eder, neyi etmez?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8EF4E-BD2A-4E2F-BE6D-8EB66F1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048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 python:3.12-slim</a:t>
            </a:r>
          </a:p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WORKDIR /app</a:t>
            </a:r>
          </a:p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requirements.txt .</a:t>
            </a:r>
          </a:p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RUN pip install -r requirements.txt</a:t>
            </a:r>
          </a:p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backend ./backend</a:t>
            </a:r>
          </a:p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CMD ["uvicorn", "backend.main:app"]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C801D-9E5D-4F8C-9244-5FC1EC8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temel image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install adımı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start komutu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8994E-08F8-4849-BF6A-7ECF8DC7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etmez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doğru secret yönetimi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Stockfish binary erişimi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güvenli production config</a:t>
            </a:r>
          </a:p>
        </p:txBody>
      </p:sp>
    </p:spTree>
    <p:extLst>
      <p:ext uri="{BB962C8B-B14F-4D97-AF65-F5344CB8AC3E}">
        <p14:creationId xmlns:p14="http://schemas.microsoft.com/office/powerpoint/2010/main" val="160269838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615C2-D4B7-47AA-A577-2DF5EB99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F655-68AC-4AD5-B867-95D31A11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Development, test ve production aynı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E2677-7C77-46C5-879F-5A35FD5A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FDB3-F0E8-4546-8216-88505E47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hot reload, kolay log, mock izinli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D032A-9A5C-4FD9-810C-85A87A9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5DC38-ECA9-4C6A-90FC-27E9528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deterministic fixture, gerçek validation, izole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D85F6-F71E-49FE-9A87-9EA4561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00E9-F719-4BE9-8143-0C4DC48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dışarıdan, timeout, health check, sınırlı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EC13-9F7E-401D-A0AB-764439D6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Config’i koddan ayırmak, aynı uygulamayı farklı ortamlarda güvenle çalıştırmanın temelidir.</a:t>
            </a:r>
          </a:p>
        </p:txBody>
      </p:sp>
    </p:spTree>
    <p:extLst>
      <p:ext uri="{BB962C8B-B14F-4D97-AF65-F5344CB8AC3E}">
        <p14:creationId xmlns:p14="http://schemas.microsoft.com/office/powerpoint/2010/main" val="30383575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C7ACF-08DC-49D6-B826-7816418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10A93-C745-4219-B3BE-7AF4615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 pipeline: merge olmadan hangi kapılardan geçeriz?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B42B2-D9AD-4A7E-A05A-74657E7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1DA12-98F6-4662-8D48-D3EFC53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7519-41C1-46DA-9C5D-662814F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requirements +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BE101-2327-48DB-8982-8D0EED08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97649-898A-45E7-A935-C3928688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622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Lint / type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E315-525F-4E90-8264-3180F0C0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stil ve basit hatalar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30B87-EB0D-47A4-AC04-D6B4E9E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9C08E-13D2-447C-8FEF-F6CBD11C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Unit + contract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83B13-5CDD-4C39-8C8A-AD64891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validation, service,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C3DDC-A44E-4131-8153-4F19F5C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EEC5D-78B4-49F1-92B0-50C69D0E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smoke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57512-51CF-419A-9B28-7A837CA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küçük sabit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07050-5C09-4D35-BF27-3F394D2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BEF80-763E-4725-A0DE-E8D898F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Build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82E1C-CE1C-4B8A-AB94-98D6674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Docker image / 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2988E-5243-466E-A047-CA85A53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sorunları production’da değil, değişiklik anında yakalamak.</a:t>
            </a:r>
          </a:p>
        </p:txBody>
      </p:sp>
    </p:spTree>
    <p:extLst>
      <p:ext uri="{BB962C8B-B14F-4D97-AF65-F5344CB8AC3E}">
        <p14:creationId xmlns:p14="http://schemas.microsoft.com/office/powerpoint/2010/main" val="80650623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C31BA-C095-493E-86D2-4FB9281B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928C3-3910-4D2B-BB1E-5F517D9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Deployment sonrası da ürün devam eder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BD6F8-42F5-42E8-9678-D2CBE43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GET 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Uygulama ayakta mı?</a:t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erişilebilir mi?</a:t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Config tamam mı?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A8571-4CEC-47DA-B71A-242C378D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Gözlemlenebilirlik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request id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timeout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fallback sayısı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oranı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DDDD-5339-4B68-ADCE-DEB0817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sisteminde başarı: doğru cevap + kabul edilebilir gecikme + kontrollü hata davranışı.</a:t>
            </a:r>
          </a:p>
        </p:txBody>
      </p:sp>
    </p:spTree>
    <p:extLst>
      <p:ext uri="{BB962C8B-B14F-4D97-AF65-F5344CB8AC3E}">
        <p14:creationId xmlns:p14="http://schemas.microsoft.com/office/powerpoint/2010/main" val="169606286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03409-6D65-453C-A112-4FDED123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16842-2005-4C69-B14E-238EF0A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9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689D-8F97-4A71-8157-25F9A72E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paketleyip test kapılarından geçirerek tekrarlanabilir bir servis olarak teslim edebilirsin.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6C04D-6B92-4EAE-984F-6340DCC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“FastAPI servisini containerize edip CI’da test, evaluation smoke ve image build adımlarını çalıştırıyor; health check ve timeout davranışını gözlemliyorum.”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505C5-AD62-471E-9901-995E427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Güvenlik, maliyet ve production guardrail’leri</a:t>
            </a:r>
          </a:p>
        </p:txBody>
      </p:sp>
    </p:spTree>
    <p:extLst>
      <p:ext uri="{BB962C8B-B14F-4D97-AF65-F5344CB8AC3E}">
        <p14:creationId xmlns:p14="http://schemas.microsoft.com/office/powerpoint/2010/main" val="1112117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2026-09-21T18:25:22.1540000Z</dcterms:created>
  <dcterms:modified xsi:type="dcterms:W3CDTF">2026-09-21T18:25:22.1540000Z</dcterms:modified>
</coreProperties>
</file>