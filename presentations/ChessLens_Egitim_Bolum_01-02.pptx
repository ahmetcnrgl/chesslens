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2ef29342c4e32" /><Relationship Type="http://schemas.openxmlformats.org/officeDocument/2006/relationships/extended-properties" Target="/docProps/app.xml" Id="R01cfe54c9c784897" /><Relationship Type="http://schemas.openxmlformats.org/officeDocument/2006/relationships/officeDocument" Target="/ppt/presentation.xml" Id="Rffc1db563002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917d2567e42c8"/>
  </p:sldMasterIdLst>
  <p:notesMasterIdLst>
    <p:notesMasterId xmlns:r="http://schemas.openxmlformats.org/officeDocument/2006/relationships" r:id="Rbc2678d2f73a42ec"/>
  </p:notesMasterIdLst>
  <p:sldIdLst>
    <p:sldId xmlns:r="http://schemas.openxmlformats.org/officeDocument/2006/relationships" id="256" r:id="Re14fb4ffb6ed4267"/>
    <p:sldId xmlns:r="http://schemas.openxmlformats.org/officeDocument/2006/relationships" id="257" r:id="Reaee3e742cda4ea0"/>
    <p:sldId xmlns:r="http://schemas.openxmlformats.org/officeDocument/2006/relationships" id="258" r:id="R4f7af54b8e144de5"/>
    <p:sldId xmlns:r="http://schemas.openxmlformats.org/officeDocument/2006/relationships" id="259" r:id="R0a0d002c5bc94a5b"/>
    <p:sldId xmlns:r="http://schemas.openxmlformats.org/officeDocument/2006/relationships" id="260" r:id="Rac532995a2c741b5"/>
    <p:sldId xmlns:r="http://schemas.openxmlformats.org/officeDocument/2006/relationships" id="261" r:id="R9325d26bd1f3448f"/>
    <p:sldId xmlns:r="http://schemas.openxmlformats.org/officeDocument/2006/relationships" id="262" r:id="R70074388dbf64d75"/>
    <p:sldId xmlns:r="http://schemas.openxmlformats.org/officeDocument/2006/relationships" id="263" r:id="R4c101157efaf440a"/>
    <p:sldId xmlns:r="http://schemas.openxmlformats.org/officeDocument/2006/relationships" id="264" r:id="R1ed4991ad447488b"/>
    <p:sldId xmlns:r="http://schemas.openxmlformats.org/officeDocument/2006/relationships" id="265" r:id="Rae64cce2e2754219"/>
    <p:sldId xmlns:r="http://schemas.openxmlformats.org/officeDocument/2006/relationships" id="266" r:id="Rc612ccbbf75a4acc"/>
    <p:sldId xmlns:r="http://schemas.openxmlformats.org/officeDocument/2006/relationships" id="267" r:id="Rd95ccca312184298"/>
    <p:sldId xmlns:r="http://schemas.openxmlformats.org/officeDocument/2006/relationships" id="268" r:id="R9b51b6590d934ad5"/>
    <p:sldId xmlns:r="http://schemas.openxmlformats.org/officeDocument/2006/relationships" id="269" r:id="Rffec008c43c9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3eece2af354971" /><Relationship Type="http://schemas.openxmlformats.org/officeDocument/2006/relationships/slideMaster" Target="/ppt/slideMasters/slideMaster1.xml" Id="Re95917d2567e42c8" /><Relationship Type="http://schemas.openxmlformats.org/officeDocument/2006/relationships/notesMaster" Target="/ppt/notesMasters/notesMaster1.xml" Id="Rbc2678d2f73a42ec" /><Relationship Type="http://schemas.openxmlformats.org/officeDocument/2006/relationships/presProps" Target="/ppt/presProps.xml" Id="Rfb700f0dd5e44c82" /><Relationship Type="http://schemas.openxmlformats.org/officeDocument/2006/relationships/tableStyles" Target="/ppt/tableStyles.xml" Id="R17656b71152b481f" /><Relationship Type="http://schemas.openxmlformats.org/officeDocument/2006/relationships/slide" Target="/ppt/slides/slide1.xml" Id="Re14fb4ffb6ed4267" /><Relationship Type="http://schemas.openxmlformats.org/officeDocument/2006/relationships/slide" Target="/ppt/slides/slide2.xml" Id="Reaee3e742cda4ea0" /><Relationship Type="http://schemas.openxmlformats.org/officeDocument/2006/relationships/slide" Target="/ppt/slides/slide3.xml" Id="R4f7af54b8e144de5" /><Relationship Type="http://schemas.openxmlformats.org/officeDocument/2006/relationships/slide" Target="/ppt/slides/slide4.xml" Id="R0a0d002c5bc94a5b" /><Relationship Type="http://schemas.openxmlformats.org/officeDocument/2006/relationships/slide" Target="/ppt/slides/slide5.xml" Id="Rac532995a2c741b5" /><Relationship Type="http://schemas.openxmlformats.org/officeDocument/2006/relationships/slide" Target="/ppt/slides/slide6.xml" Id="R9325d26bd1f3448f" /><Relationship Type="http://schemas.openxmlformats.org/officeDocument/2006/relationships/slide" Target="/ppt/slides/slide7.xml" Id="R70074388dbf64d75" /><Relationship Type="http://schemas.openxmlformats.org/officeDocument/2006/relationships/slide" Target="/ppt/slides/slide8.xml" Id="R4c101157efaf440a" /><Relationship Type="http://schemas.openxmlformats.org/officeDocument/2006/relationships/slide" Target="/ppt/slides/slide9.xml" Id="R1ed4991ad447488b" /><Relationship Type="http://schemas.openxmlformats.org/officeDocument/2006/relationships/slide" Target="/ppt/slides/slide10.xml" Id="Rae64cce2e2754219" /><Relationship Type="http://schemas.openxmlformats.org/officeDocument/2006/relationships/slide" Target="/ppt/slides/slide11.xml" Id="Rc612ccbbf75a4acc" /><Relationship Type="http://schemas.openxmlformats.org/officeDocument/2006/relationships/slide" Target="/ppt/slides/slide12.xml" Id="Rd95ccca312184298" /><Relationship Type="http://schemas.openxmlformats.org/officeDocument/2006/relationships/slide" Target="/ppt/slides/slide13.xml" Id="R9b51b6590d934ad5" /><Relationship Type="http://schemas.openxmlformats.org/officeDocument/2006/relationships/slide" Target="/ppt/slides/slide14.xml" Id="Rffec008c43c9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aa1242b34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e5acd122a4bb1" /><Relationship Type="http://schemas.openxmlformats.org/officeDocument/2006/relationships/notesMaster" Target="/ppt/notesMasters/notesMaster1.xml" Id="R66f7ae21fd55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0140c1043491c" /><Relationship Type="http://schemas.openxmlformats.org/officeDocument/2006/relationships/notesMaster" Target="/ppt/notesMasters/notesMaster1.xml" Id="Rc9823a1af7004f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ed10ccd4274bac" /><Relationship Type="http://schemas.openxmlformats.org/officeDocument/2006/relationships/notesMaster" Target="/ppt/notesMasters/notesMaster1.xml" Id="Rd3eea7692614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dda73b3184f55" /><Relationship Type="http://schemas.openxmlformats.org/officeDocument/2006/relationships/notesMaster" Target="/ppt/notesMasters/notesMaster1.xml" Id="Ra2781cd67e5b4c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be4f537bf5475c" /><Relationship Type="http://schemas.openxmlformats.org/officeDocument/2006/relationships/notesMaster" Target="/ppt/notesMasters/notesMaster1.xml" Id="R144fb3f753cf4b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2711c9fa274bf1" /><Relationship Type="http://schemas.openxmlformats.org/officeDocument/2006/relationships/notesMaster" Target="/ppt/notesMasters/notesMaster1.xml" Id="R414428ea4c50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c677d426384361" /><Relationship Type="http://schemas.openxmlformats.org/officeDocument/2006/relationships/notesMaster" Target="/ppt/notesMasters/notesMaster1.xml" Id="Rd1b25b0bdad349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f28384b6984204" /><Relationship Type="http://schemas.openxmlformats.org/officeDocument/2006/relationships/notesMaster" Target="/ppt/notesMasters/notesMaster1.xml" Id="Rc2e54ca1340d41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5cee9bf61f43cc" /><Relationship Type="http://schemas.openxmlformats.org/officeDocument/2006/relationships/notesMaster" Target="/ppt/notesMasters/notesMaster1.xml" Id="R85c440330cd74b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0d8edb20584f2c" /><Relationship Type="http://schemas.openxmlformats.org/officeDocument/2006/relationships/notesMaster" Target="/ppt/notesMasters/notesMaster1.xml" Id="R81c8be05e5e74e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b4a734695b42de" /><Relationship Type="http://schemas.openxmlformats.org/officeDocument/2006/relationships/notesMaster" Target="/ppt/notesMasters/notesMaster1.xml" Id="Rad6098c6b7a044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02cdee1c6f4900" /><Relationship Type="http://schemas.openxmlformats.org/officeDocument/2006/relationships/notesMaster" Target="/ppt/notesMasters/notesMaster1.xml" Id="Raa407f0c7edd4a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67f44f06ed4940" /><Relationship Type="http://schemas.openxmlformats.org/officeDocument/2006/relationships/notesMaster" Target="/ppt/notesMasters/notesMaster1.xml" Id="R7a7a5fb372a742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8e415aec334762" /><Relationship Type="http://schemas.openxmlformats.org/officeDocument/2006/relationships/notesMaster" Target="/ppt/notesMasters/notesMaster1.xml" Id="R0f905a2789144f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4ead5e9754a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1e014bd9ff48d9" /><Relationship Type="http://schemas.openxmlformats.org/officeDocument/2006/relationships/slideLayout" Target="/ppt/slideLayouts/slideLayout1.xml" Id="R94d9e7acf82f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9e7acf82f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2da7bc22e4d45" /><Relationship Type="http://schemas.openxmlformats.org/officeDocument/2006/relationships/notesSlide" Target="/ppt/notesSlides/notesSlide1.xml" Id="R305507b119f1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a2855cd14852" /><Relationship Type="http://schemas.openxmlformats.org/officeDocument/2006/relationships/notesSlide" Target="/ppt/notesSlides/notesSlide2.xml" Id="Rd824d31a896c42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e04a5a3354da4" /><Relationship Type="http://schemas.openxmlformats.org/officeDocument/2006/relationships/notesSlide" Target="/ppt/notesSlides/notesSlide3.xml" Id="R2627a0ba6216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67dbfd15249fd" /><Relationship Type="http://schemas.openxmlformats.org/officeDocument/2006/relationships/notesSlide" Target="/ppt/notesSlides/notesSlide4.xml" Id="Rf5fbe1831585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0bcc8b153433b" /><Relationship Type="http://schemas.openxmlformats.org/officeDocument/2006/relationships/notesSlide" Target="/ppt/notesSlides/notesSlide5.xml" Id="R85cc14ba02424b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535f7efc0457d" /><Relationship Type="http://schemas.openxmlformats.org/officeDocument/2006/relationships/notesSlide" Target="/ppt/notesSlides/notesSlide6.xml" Id="Rea946ee515034c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cf9ea663a48cc" /><Relationship Type="http://schemas.openxmlformats.org/officeDocument/2006/relationships/notesSlide" Target="/ppt/notesSlides/notesSlide7.xml" Id="Re6a90b9099104a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d16187eb74128" /><Relationship Type="http://schemas.openxmlformats.org/officeDocument/2006/relationships/notesSlide" Target="/ppt/notesSlides/notesSlide8.xml" Id="R8f619e9a6b334e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bc8ba9944b86" /><Relationship Type="http://schemas.openxmlformats.org/officeDocument/2006/relationships/notesSlide" Target="/ppt/notesSlides/notesSlide9.xml" Id="R2a8bf58308b740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0457801394a4c" /><Relationship Type="http://schemas.openxmlformats.org/officeDocument/2006/relationships/notesSlide" Target="/ppt/notesSlides/notesSlide10.xml" Id="R34a6bec664ef4d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c4c38dea42a8" /><Relationship Type="http://schemas.openxmlformats.org/officeDocument/2006/relationships/notesSlide" Target="/ppt/notesSlides/notesSlide11.xml" Id="Rb279f36b63c64e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26fb6ead14309" /><Relationship Type="http://schemas.openxmlformats.org/officeDocument/2006/relationships/notesSlide" Target="/ppt/notesSlides/notesSlide12.xml" Id="R458f74d82be144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47f0073b4759" /><Relationship Type="http://schemas.openxmlformats.org/officeDocument/2006/relationships/notesSlide" Target="/ppt/notesSlides/notesSlide13.xml" Id="Rc7a86ba719ef47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c21bd69b4ce3" /><Relationship Type="http://schemas.openxmlformats.org/officeDocument/2006/relationships/notesSlide" Target="/ppt/notesSlides/notesSlide14.xml" Id="R73a8b87b6a7d47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2026-09-21T18:05:17.6410000Z</dcterms:created>
  <dcterms:modified xsi:type="dcterms:W3CDTF">2026-09-21T18:05:17.6410000Z</dcterms:modified>
</coreProperties>
</file>