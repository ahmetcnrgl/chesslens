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f7ff310b024c16" /><Relationship Type="http://schemas.openxmlformats.org/officeDocument/2006/relationships/extended-properties" Target="/docProps/app.xml" Id="R273ec61655a945d2" /><Relationship Type="http://schemas.openxmlformats.org/officeDocument/2006/relationships/officeDocument" Target="/ppt/presentation.xml" Id="R845012277a3f43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2ba2496f1f4eb3"/>
  </p:sldMasterIdLst>
  <p:notesMasterIdLst>
    <p:notesMasterId xmlns:r="http://schemas.openxmlformats.org/officeDocument/2006/relationships" r:id="R878827185d1349d4"/>
  </p:notesMasterIdLst>
  <p:sldIdLst>
    <p:sldId xmlns:r="http://schemas.openxmlformats.org/officeDocument/2006/relationships" id="256" r:id="R37fff8079a5a4d28"/>
    <p:sldId xmlns:r="http://schemas.openxmlformats.org/officeDocument/2006/relationships" id="257" r:id="Rc366658aa95943af"/>
    <p:sldId xmlns:r="http://schemas.openxmlformats.org/officeDocument/2006/relationships" id="258" r:id="Rf9d441168ebf4af3"/>
    <p:sldId xmlns:r="http://schemas.openxmlformats.org/officeDocument/2006/relationships" id="259" r:id="R7dcb83d4fb404c31"/>
    <p:sldId xmlns:r="http://schemas.openxmlformats.org/officeDocument/2006/relationships" id="260" r:id="R0538b8dcf36143b6"/>
    <p:sldId xmlns:r="http://schemas.openxmlformats.org/officeDocument/2006/relationships" id="261" r:id="Rebca22b996d54f99"/>
    <p:sldId xmlns:r="http://schemas.openxmlformats.org/officeDocument/2006/relationships" id="262" r:id="R839e872403774fd7"/>
    <p:sldId xmlns:r="http://schemas.openxmlformats.org/officeDocument/2006/relationships" id="263" r:id="R7535258cb37942be"/>
    <p:sldId xmlns:r="http://schemas.openxmlformats.org/officeDocument/2006/relationships" id="264" r:id="Rb07af6de09d8498b"/>
    <p:sldId xmlns:r="http://schemas.openxmlformats.org/officeDocument/2006/relationships" id="265" r:id="Rb45b7e7fc7144d77"/>
    <p:sldId xmlns:r="http://schemas.openxmlformats.org/officeDocument/2006/relationships" id="266" r:id="R3086475631c74f52"/>
    <p:sldId xmlns:r="http://schemas.openxmlformats.org/officeDocument/2006/relationships" id="267" r:id="Rfd5693af1e6b4cc7"/>
    <p:sldId xmlns:r="http://schemas.openxmlformats.org/officeDocument/2006/relationships" id="268" r:id="Rd90c026032ae4213"/>
    <p:sldId xmlns:r="http://schemas.openxmlformats.org/officeDocument/2006/relationships" id="269" r:id="Rfa57ab4392874edc"/>
    <p:sldId xmlns:r="http://schemas.openxmlformats.org/officeDocument/2006/relationships" id="270" r:id="Ref804295050f4389"/>
    <p:sldId xmlns:r="http://schemas.openxmlformats.org/officeDocument/2006/relationships" id="271" r:id="Rb4af2b2e8f9b4bef"/>
    <p:sldId xmlns:r="http://schemas.openxmlformats.org/officeDocument/2006/relationships" id="272" r:id="R1380329f9cd04a9d"/>
    <p:sldId xmlns:r="http://schemas.openxmlformats.org/officeDocument/2006/relationships" id="273" r:id="Rd56c1aea2c4d43e7"/>
    <p:sldId xmlns:r="http://schemas.openxmlformats.org/officeDocument/2006/relationships" id="274" r:id="R8a035b0198564938"/>
    <p:sldId xmlns:r="http://schemas.openxmlformats.org/officeDocument/2006/relationships" id="275" r:id="R7b344908d3394f1e"/>
    <p:sldId xmlns:r="http://schemas.openxmlformats.org/officeDocument/2006/relationships" id="276" r:id="R055f299654ca47fb"/>
    <p:sldId xmlns:r="http://schemas.openxmlformats.org/officeDocument/2006/relationships" id="277" r:id="R562f3263440f4c8f"/>
    <p:sldId xmlns:r="http://schemas.openxmlformats.org/officeDocument/2006/relationships" id="278" r:id="R18ffd09f89404e46"/>
    <p:sldId xmlns:r="http://schemas.openxmlformats.org/officeDocument/2006/relationships" id="279" r:id="Rd00f036832b54223"/>
    <p:sldId xmlns:r="http://schemas.openxmlformats.org/officeDocument/2006/relationships" id="280" r:id="R46daf37c625644f9"/>
    <p:sldId xmlns:r="http://schemas.openxmlformats.org/officeDocument/2006/relationships" id="281" r:id="Rb43e52cd80004c7b"/>
    <p:sldId xmlns:r="http://schemas.openxmlformats.org/officeDocument/2006/relationships" id="282" r:id="Rc28731bad8f44963"/>
    <p:sldId xmlns:r="http://schemas.openxmlformats.org/officeDocument/2006/relationships" id="283" r:id="R4049275a9edc40f1"/>
    <p:sldId xmlns:r="http://schemas.openxmlformats.org/officeDocument/2006/relationships" id="284" r:id="R7387cc766db54a10"/>
    <p:sldId xmlns:r="http://schemas.openxmlformats.org/officeDocument/2006/relationships" id="285" r:id="R765469e25e364593"/>
    <p:sldId xmlns:r="http://schemas.openxmlformats.org/officeDocument/2006/relationships" id="286" r:id="Ra183b49d4ac34796"/>
    <p:sldId xmlns:r="http://schemas.openxmlformats.org/officeDocument/2006/relationships" id="287" r:id="R6dd0b40d149d4b42"/>
    <p:sldId xmlns:r="http://schemas.openxmlformats.org/officeDocument/2006/relationships" id="288" r:id="R8d38fdd85875456c"/>
    <p:sldId xmlns:r="http://schemas.openxmlformats.org/officeDocument/2006/relationships" id="289" r:id="Rb3a455f9413e40d4"/>
    <p:sldId xmlns:r="http://schemas.openxmlformats.org/officeDocument/2006/relationships" id="290" r:id="R4f9a0336c5884bda"/>
    <p:sldId xmlns:r="http://schemas.openxmlformats.org/officeDocument/2006/relationships" id="291" r:id="R4d194a0a1655466b"/>
    <p:sldId xmlns:r="http://schemas.openxmlformats.org/officeDocument/2006/relationships" id="292" r:id="Raef092a1afd44f51"/>
    <p:sldId xmlns:r="http://schemas.openxmlformats.org/officeDocument/2006/relationships" id="293" r:id="Rd17ffdc876f147ff"/>
    <p:sldId xmlns:r="http://schemas.openxmlformats.org/officeDocument/2006/relationships" id="294" r:id="R3abe872127b34459"/>
    <p:sldId xmlns:r="http://schemas.openxmlformats.org/officeDocument/2006/relationships" id="295" r:id="Reb8ba522e875468a"/>
    <p:sldId xmlns:r="http://schemas.openxmlformats.org/officeDocument/2006/relationships" id="296" r:id="R91eff994cae44732"/>
    <p:sldId xmlns:r="http://schemas.openxmlformats.org/officeDocument/2006/relationships" id="297" r:id="R71761a7b43324772"/>
    <p:sldId xmlns:r="http://schemas.openxmlformats.org/officeDocument/2006/relationships" id="298" r:id="Rb3eccf463a7547e3"/>
    <p:sldId xmlns:r="http://schemas.openxmlformats.org/officeDocument/2006/relationships" id="299" r:id="Rff4e06127f434246"/>
    <p:sldId xmlns:r="http://schemas.openxmlformats.org/officeDocument/2006/relationships" id="300" r:id="Rd0fd5c18e5cf4afe"/>
    <p:sldId xmlns:r="http://schemas.openxmlformats.org/officeDocument/2006/relationships" id="301" r:id="R8ad711016b5448b7"/>
    <p:sldId xmlns:r="http://schemas.openxmlformats.org/officeDocument/2006/relationships" id="302" r:id="R822f5df850ca4830"/>
    <p:sldId xmlns:r="http://schemas.openxmlformats.org/officeDocument/2006/relationships" id="303" r:id="Rdfed32436b0a40f0"/>
    <p:sldId xmlns:r="http://schemas.openxmlformats.org/officeDocument/2006/relationships" id="304" r:id="R18310f2f48e441eb"/>
    <p:sldId xmlns:r="http://schemas.openxmlformats.org/officeDocument/2006/relationships" id="305" r:id="Rc6f3aa06ac854147"/>
    <p:sldId xmlns:r="http://schemas.openxmlformats.org/officeDocument/2006/relationships" id="306" r:id="Rd05d8a60999342e7"/>
    <p:sldId xmlns:r="http://schemas.openxmlformats.org/officeDocument/2006/relationships" id="307" r:id="Re0ea8461258f4756"/>
    <p:sldId xmlns:r="http://schemas.openxmlformats.org/officeDocument/2006/relationships" id="308" r:id="R908dd06f9d8340fb"/>
    <p:sldId xmlns:r="http://schemas.openxmlformats.org/officeDocument/2006/relationships" id="309" r:id="R89727270a59d4f5c"/>
    <p:sldId xmlns:r="http://schemas.openxmlformats.org/officeDocument/2006/relationships" id="310" r:id="R904d21beb6f249bc"/>
    <p:sldId xmlns:r="http://schemas.openxmlformats.org/officeDocument/2006/relationships" id="311" r:id="R0f7d3741abdc4d9f"/>
    <p:sldId xmlns:r="http://schemas.openxmlformats.org/officeDocument/2006/relationships" id="312" r:id="R4c47b9fec0504181"/>
    <p:sldId xmlns:r="http://schemas.openxmlformats.org/officeDocument/2006/relationships" id="313" r:id="R1f1ba783140f40af"/>
    <p:sldId xmlns:r="http://schemas.openxmlformats.org/officeDocument/2006/relationships" id="314" r:id="R4fb20cce38aa4b57"/>
    <p:sldId xmlns:r="http://schemas.openxmlformats.org/officeDocument/2006/relationships" id="315" r:id="R401a9ad64e004ed6"/>
    <p:sldId xmlns:r="http://schemas.openxmlformats.org/officeDocument/2006/relationships" id="316" r:id="R9ae675e2ed324ad6"/>
    <p:sldId xmlns:r="http://schemas.openxmlformats.org/officeDocument/2006/relationships" id="317" r:id="Rc2c2975e1a244c33"/>
    <p:sldId xmlns:r="http://schemas.openxmlformats.org/officeDocument/2006/relationships" id="318" r:id="Rf0f19d854cb94c5c"/>
    <p:sldId xmlns:r="http://schemas.openxmlformats.org/officeDocument/2006/relationships" id="319" r:id="Rac8474b966dc4a04"/>
    <p:sldId xmlns:r="http://schemas.openxmlformats.org/officeDocument/2006/relationships" id="320" r:id="Rb96c60c8c35c45a6"/>
    <p:sldId xmlns:r="http://schemas.openxmlformats.org/officeDocument/2006/relationships" id="321" r:id="Rf75be168c3ed4e4a"/>
    <p:sldId xmlns:r="http://schemas.openxmlformats.org/officeDocument/2006/relationships" id="322" r:id="Rf9bc369974a64be6"/>
    <p:sldId xmlns:r="http://schemas.openxmlformats.org/officeDocument/2006/relationships" id="323" r:id="R620ba756f1ec45ed"/>
    <p:sldId xmlns:r="http://schemas.openxmlformats.org/officeDocument/2006/relationships" id="324" r:id="R54cbf209522343b4"/>
    <p:sldId xmlns:r="http://schemas.openxmlformats.org/officeDocument/2006/relationships" id="325" r:id="R6f50af66bcc24f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08b020600d4788" /><Relationship Type="http://schemas.openxmlformats.org/officeDocument/2006/relationships/slideMaster" Target="/ppt/slideMasters/slideMaster1.xml" Id="Ra52ba2496f1f4eb3" /><Relationship Type="http://schemas.openxmlformats.org/officeDocument/2006/relationships/notesMaster" Target="/ppt/notesMasters/notesMaster1.xml" Id="R878827185d1349d4" /><Relationship Type="http://schemas.openxmlformats.org/officeDocument/2006/relationships/presProps" Target="/ppt/presProps.xml" Id="Rf708475d67a24376" /><Relationship Type="http://schemas.openxmlformats.org/officeDocument/2006/relationships/tableStyles" Target="/ppt/tableStyles.xml" Id="Rc1e1a278cb3a405b" /><Relationship Type="http://schemas.openxmlformats.org/officeDocument/2006/relationships/slide" Target="/ppt/slides/slide1.xml" Id="R37fff8079a5a4d28" /><Relationship Type="http://schemas.openxmlformats.org/officeDocument/2006/relationships/slide" Target="/ppt/slides/slide2.xml" Id="Rc366658aa95943af" /><Relationship Type="http://schemas.openxmlformats.org/officeDocument/2006/relationships/slide" Target="/ppt/slides/slide3.xml" Id="Rf9d441168ebf4af3" /><Relationship Type="http://schemas.openxmlformats.org/officeDocument/2006/relationships/slide" Target="/ppt/slides/slide4.xml" Id="R7dcb83d4fb404c31" /><Relationship Type="http://schemas.openxmlformats.org/officeDocument/2006/relationships/slide" Target="/ppt/slides/slide5.xml" Id="R0538b8dcf36143b6" /><Relationship Type="http://schemas.openxmlformats.org/officeDocument/2006/relationships/slide" Target="/ppt/slides/slide6.xml" Id="Rebca22b996d54f99" /><Relationship Type="http://schemas.openxmlformats.org/officeDocument/2006/relationships/slide" Target="/ppt/slides/slide7.xml" Id="R839e872403774fd7" /><Relationship Type="http://schemas.openxmlformats.org/officeDocument/2006/relationships/slide" Target="/ppt/slides/slide8.xml" Id="R7535258cb37942be" /><Relationship Type="http://schemas.openxmlformats.org/officeDocument/2006/relationships/slide" Target="/ppt/slides/slide9.xml" Id="Rb07af6de09d8498b" /><Relationship Type="http://schemas.openxmlformats.org/officeDocument/2006/relationships/slide" Target="/ppt/slides/slide10.xml" Id="Rb45b7e7fc7144d77" /><Relationship Type="http://schemas.openxmlformats.org/officeDocument/2006/relationships/slide" Target="/ppt/slides/slide11.xml" Id="R3086475631c74f52" /><Relationship Type="http://schemas.openxmlformats.org/officeDocument/2006/relationships/slide" Target="/ppt/slides/slide12.xml" Id="Rfd5693af1e6b4cc7" /><Relationship Type="http://schemas.openxmlformats.org/officeDocument/2006/relationships/slide" Target="/ppt/slides/slide13.xml" Id="Rd90c026032ae4213" /><Relationship Type="http://schemas.openxmlformats.org/officeDocument/2006/relationships/slide" Target="/ppt/slides/slide14.xml" Id="Rfa57ab4392874edc" /><Relationship Type="http://schemas.openxmlformats.org/officeDocument/2006/relationships/slide" Target="/ppt/slides/slide15.xml" Id="Ref804295050f4389" /><Relationship Type="http://schemas.openxmlformats.org/officeDocument/2006/relationships/slide" Target="/ppt/slides/slide16.xml" Id="Rb4af2b2e8f9b4bef" /><Relationship Type="http://schemas.openxmlformats.org/officeDocument/2006/relationships/slide" Target="/ppt/slides/slide17.xml" Id="R1380329f9cd04a9d" /><Relationship Type="http://schemas.openxmlformats.org/officeDocument/2006/relationships/slide" Target="/ppt/slides/slide18.xml" Id="Rd56c1aea2c4d43e7" /><Relationship Type="http://schemas.openxmlformats.org/officeDocument/2006/relationships/slide" Target="/ppt/slides/slide19.xml" Id="R8a035b0198564938" /><Relationship Type="http://schemas.openxmlformats.org/officeDocument/2006/relationships/slide" Target="/ppt/slides/slide20.xml" Id="R7b344908d3394f1e" /><Relationship Type="http://schemas.openxmlformats.org/officeDocument/2006/relationships/slide" Target="/ppt/slides/slide21.xml" Id="R055f299654ca47fb" /><Relationship Type="http://schemas.openxmlformats.org/officeDocument/2006/relationships/slide" Target="/ppt/slides/slide22.xml" Id="R562f3263440f4c8f" /><Relationship Type="http://schemas.openxmlformats.org/officeDocument/2006/relationships/slide" Target="/ppt/slides/slide23.xml" Id="R18ffd09f89404e46" /><Relationship Type="http://schemas.openxmlformats.org/officeDocument/2006/relationships/slide" Target="/ppt/slides/slide24.xml" Id="Rd00f036832b54223" /><Relationship Type="http://schemas.openxmlformats.org/officeDocument/2006/relationships/slide" Target="/ppt/slides/slide25.xml" Id="R46daf37c625644f9" /><Relationship Type="http://schemas.openxmlformats.org/officeDocument/2006/relationships/slide" Target="/ppt/slides/slide26.xml" Id="Rb43e52cd80004c7b" /><Relationship Type="http://schemas.openxmlformats.org/officeDocument/2006/relationships/slide" Target="/ppt/slides/slide27.xml" Id="Rc28731bad8f44963" /><Relationship Type="http://schemas.openxmlformats.org/officeDocument/2006/relationships/slide" Target="/ppt/slides/slide28.xml" Id="R4049275a9edc40f1" /><Relationship Type="http://schemas.openxmlformats.org/officeDocument/2006/relationships/slide" Target="/ppt/slides/slide29.xml" Id="R7387cc766db54a10" /><Relationship Type="http://schemas.openxmlformats.org/officeDocument/2006/relationships/slide" Target="/ppt/slides/slide30.xml" Id="R765469e25e364593" /><Relationship Type="http://schemas.openxmlformats.org/officeDocument/2006/relationships/slide" Target="/ppt/slides/slide31.xml" Id="Ra183b49d4ac34796" /><Relationship Type="http://schemas.openxmlformats.org/officeDocument/2006/relationships/slide" Target="/ppt/slides/slide32.xml" Id="R6dd0b40d149d4b42" /><Relationship Type="http://schemas.openxmlformats.org/officeDocument/2006/relationships/slide" Target="/ppt/slides/slide33.xml" Id="R8d38fdd85875456c" /><Relationship Type="http://schemas.openxmlformats.org/officeDocument/2006/relationships/slide" Target="/ppt/slides/slide34.xml" Id="Rb3a455f9413e40d4" /><Relationship Type="http://schemas.openxmlformats.org/officeDocument/2006/relationships/slide" Target="/ppt/slides/slide35.xml" Id="R4f9a0336c5884bda" /><Relationship Type="http://schemas.openxmlformats.org/officeDocument/2006/relationships/slide" Target="/ppt/slides/slide36.xml" Id="R4d194a0a1655466b" /><Relationship Type="http://schemas.openxmlformats.org/officeDocument/2006/relationships/slide" Target="/ppt/slides/slide37.xml" Id="Raef092a1afd44f51" /><Relationship Type="http://schemas.openxmlformats.org/officeDocument/2006/relationships/slide" Target="/ppt/slides/slide38.xml" Id="Rd17ffdc876f147ff" /><Relationship Type="http://schemas.openxmlformats.org/officeDocument/2006/relationships/slide" Target="/ppt/slides/slide39.xml" Id="R3abe872127b34459" /><Relationship Type="http://schemas.openxmlformats.org/officeDocument/2006/relationships/slide" Target="/ppt/slides/slide40.xml" Id="Reb8ba522e875468a" /><Relationship Type="http://schemas.openxmlformats.org/officeDocument/2006/relationships/slide" Target="/ppt/slides/slide41.xml" Id="R91eff994cae44732" /><Relationship Type="http://schemas.openxmlformats.org/officeDocument/2006/relationships/slide" Target="/ppt/slides/slide42.xml" Id="R71761a7b43324772" /><Relationship Type="http://schemas.openxmlformats.org/officeDocument/2006/relationships/slide" Target="/ppt/slides/slide43.xml" Id="Rb3eccf463a7547e3" /><Relationship Type="http://schemas.openxmlformats.org/officeDocument/2006/relationships/slide" Target="/ppt/slides/slide44.xml" Id="Rff4e06127f434246" /><Relationship Type="http://schemas.openxmlformats.org/officeDocument/2006/relationships/slide" Target="/ppt/slides/slide45.xml" Id="Rd0fd5c18e5cf4afe" /><Relationship Type="http://schemas.openxmlformats.org/officeDocument/2006/relationships/slide" Target="/ppt/slides/slide46.xml" Id="R8ad711016b5448b7" /><Relationship Type="http://schemas.openxmlformats.org/officeDocument/2006/relationships/slide" Target="/ppt/slides/slide47.xml" Id="R822f5df850ca4830" /><Relationship Type="http://schemas.openxmlformats.org/officeDocument/2006/relationships/slide" Target="/ppt/slides/slide48.xml" Id="Rdfed32436b0a40f0" /><Relationship Type="http://schemas.openxmlformats.org/officeDocument/2006/relationships/slide" Target="/ppt/slides/slide49.xml" Id="R18310f2f48e441eb" /><Relationship Type="http://schemas.openxmlformats.org/officeDocument/2006/relationships/slide" Target="/ppt/slides/slide50.xml" Id="Rc6f3aa06ac854147" /><Relationship Type="http://schemas.openxmlformats.org/officeDocument/2006/relationships/slide" Target="/ppt/slides/slide51.xml" Id="Rd05d8a60999342e7" /><Relationship Type="http://schemas.openxmlformats.org/officeDocument/2006/relationships/slide" Target="/ppt/slides/slide52.xml" Id="Re0ea8461258f4756" /><Relationship Type="http://schemas.openxmlformats.org/officeDocument/2006/relationships/slide" Target="/ppt/slides/slide53.xml" Id="R908dd06f9d8340fb" /><Relationship Type="http://schemas.openxmlformats.org/officeDocument/2006/relationships/slide" Target="/ppt/slides/slide54.xml" Id="R89727270a59d4f5c" /><Relationship Type="http://schemas.openxmlformats.org/officeDocument/2006/relationships/slide" Target="/ppt/slides/slide55.xml" Id="R904d21beb6f249bc" /><Relationship Type="http://schemas.openxmlformats.org/officeDocument/2006/relationships/slide" Target="/ppt/slides/slide56.xml" Id="R0f7d3741abdc4d9f" /><Relationship Type="http://schemas.openxmlformats.org/officeDocument/2006/relationships/slide" Target="/ppt/slides/slide57.xml" Id="R4c47b9fec0504181" /><Relationship Type="http://schemas.openxmlformats.org/officeDocument/2006/relationships/slide" Target="/ppt/slides/slide58.xml" Id="R1f1ba783140f40af" /><Relationship Type="http://schemas.openxmlformats.org/officeDocument/2006/relationships/slide" Target="/ppt/slides/slide59.xml" Id="R4fb20cce38aa4b57" /><Relationship Type="http://schemas.openxmlformats.org/officeDocument/2006/relationships/slide" Target="/ppt/slides/slide60.xml" Id="R401a9ad64e004ed6" /><Relationship Type="http://schemas.openxmlformats.org/officeDocument/2006/relationships/slide" Target="/ppt/slides/slide61.xml" Id="R9ae675e2ed324ad6" /><Relationship Type="http://schemas.openxmlformats.org/officeDocument/2006/relationships/slide" Target="/ppt/slides/slide62.xml" Id="Rc2c2975e1a244c33" /><Relationship Type="http://schemas.openxmlformats.org/officeDocument/2006/relationships/slide" Target="/ppt/slides/slide63.xml" Id="Rf0f19d854cb94c5c" /><Relationship Type="http://schemas.openxmlformats.org/officeDocument/2006/relationships/slide" Target="/ppt/slides/slide64.xml" Id="Rac8474b966dc4a04" /><Relationship Type="http://schemas.openxmlformats.org/officeDocument/2006/relationships/slide" Target="/ppt/slides/slide65.xml" Id="Rb96c60c8c35c45a6" /><Relationship Type="http://schemas.openxmlformats.org/officeDocument/2006/relationships/slide" Target="/ppt/slides/slide66.xml" Id="Rf75be168c3ed4e4a" /><Relationship Type="http://schemas.openxmlformats.org/officeDocument/2006/relationships/slide" Target="/ppt/slides/slide67.xml" Id="Rf9bc369974a64be6" /><Relationship Type="http://schemas.openxmlformats.org/officeDocument/2006/relationships/slide" Target="/ppt/slides/slide68.xml" Id="R620ba756f1ec45ed" /><Relationship Type="http://schemas.openxmlformats.org/officeDocument/2006/relationships/slide" Target="/ppt/slides/slide69.xml" Id="R54cbf209522343b4" /><Relationship Type="http://schemas.openxmlformats.org/officeDocument/2006/relationships/slide" Target="/ppt/slides/slide70.xml" Id="R6f50af66bcc24f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ce0d2fee2340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aa6c570b6741f3" /><Relationship Type="http://schemas.openxmlformats.org/officeDocument/2006/relationships/notesMaster" Target="/ppt/notesMasters/notesMaster1.xml" Id="Rbcdaafef6ee041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e02324cf134d56" /><Relationship Type="http://schemas.openxmlformats.org/officeDocument/2006/relationships/notesMaster" Target="/ppt/notesMasters/notesMaster1.xml" Id="Rec742070983c49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ff731106f34956" /><Relationship Type="http://schemas.openxmlformats.org/officeDocument/2006/relationships/notesMaster" Target="/ppt/notesMasters/notesMaster1.xml" Id="R4dddd1ab712b4d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094c37103c4dad" /><Relationship Type="http://schemas.openxmlformats.org/officeDocument/2006/relationships/notesMaster" Target="/ppt/notesMasters/notesMaster1.xml" Id="Rb7f63f0c95c440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2c204297114619" /><Relationship Type="http://schemas.openxmlformats.org/officeDocument/2006/relationships/notesMaster" Target="/ppt/notesMasters/notesMaster1.xml" Id="R26ebf617c3d94b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a25bd425b847b6" /><Relationship Type="http://schemas.openxmlformats.org/officeDocument/2006/relationships/notesMaster" Target="/ppt/notesMasters/notesMaster1.xml" Id="Rca3539d4d9d54c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5ee35085cd4709" /><Relationship Type="http://schemas.openxmlformats.org/officeDocument/2006/relationships/notesMaster" Target="/ppt/notesMasters/notesMaster1.xml" Id="R25ccedf16e1142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550b5e2d7b4cde" /><Relationship Type="http://schemas.openxmlformats.org/officeDocument/2006/relationships/notesMaster" Target="/ppt/notesMasters/notesMaster1.xml" Id="R1f4ba566e88340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8dea560714498d" /><Relationship Type="http://schemas.openxmlformats.org/officeDocument/2006/relationships/notesMaster" Target="/ppt/notesMasters/notesMaster1.xml" Id="R5a877806187b46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5457ded191423f" /><Relationship Type="http://schemas.openxmlformats.org/officeDocument/2006/relationships/notesMaster" Target="/ppt/notesMasters/notesMaster1.xml" Id="R93054151343d4a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9938c14c9e4ef9" /><Relationship Type="http://schemas.openxmlformats.org/officeDocument/2006/relationships/notesMaster" Target="/ppt/notesMasters/notesMaster1.xml" Id="R9433ef4428864b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1b5a7a95354c70" /><Relationship Type="http://schemas.openxmlformats.org/officeDocument/2006/relationships/notesMaster" Target="/ppt/notesMasters/notesMaster1.xml" Id="R9c217da072b94f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b6891593b04df9" /><Relationship Type="http://schemas.openxmlformats.org/officeDocument/2006/relationships/notesMaster" Target="/ppt/notesMasters/notesMaster1.xml" Id="Re3131273205c43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ec0590af67466a" /><Relationship Type="http://schemas.openxmlformats.org/officeDocument/2006/relationships/notesMaster" Target="/ppt/notesMasters/notesMaster1.xml" Id="R37d908ea0a384a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c9440ba1a64564" /><Relationship Type="http://schemas.openxmlformats.org/officeDocument/2006/relationships/notesMaster" Target="/ppt/notesMasters/notesMaster1.xml" Id="R999c27f954d34c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d585428d0344fd" /><Relationship Type="http://schemas.openxmlformats.org/officeDocument/2006/relationships/notesMaster" Target="/ppt/notesMasters/notesMaster1.xml" Id="Rebf8633de9594e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c0ba3ee32549e2" /><Relationship Type="http://schemas.openxmlformats.org/officeDocument/2006/relationships/notesMaster" Target="/ppt/notesMasters/notesMaster1.xml" Id="Rf65ae76959414c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14be27447e49e6" /><Relationship Type="http://schemas.openxmlformats.org/officeDocument/2006/relationships/notesMaster" Target="/ppt/notesMasters/notesMaster1.xml" Id="Ra0806a19b6c649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75c86b48624406" /><Relationship Type="http://schemas.openxmlformats.org/officeDocument/2006/relationships/notesMaster" Target="/ppt/notesMasters/notesMaster1.xml" Id="R5398cbe62e774c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a5690f3864477f" /><Relationship Type="http://schemas.openxmlformats.org/officeDocument/2006/relationships/notesMaster" Target="/ppt/notesMasters/notesMaster1.xml" Id="R829e97976ab042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ba492712804b96" /><Relationship Type="http://schemas.openxmlformats.org/officeDocument/2006/relationships/notesMaster" Target="/ppt/notesMasters/notesMaster1.xml" Id="R1cf94a324907482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9f616ee9a14ad1" /><Relationship Type="http://schemas.openxmlformats.org/officeDocument/2006/relationships/notesMaster" Target="/ppt/notesMasters/notesMaster1.xml" Id="Re3f38bbe65fd45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35f4a0e00274d5e" /><Relationship Type="http://schemas.openxmlformats.org/officeDocument/2006/relationships/notesMaster" Target="/ppt/notesMasters/notesMaster1.xml" Id="R622c85100962422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10a6b1d23b4763" /><Relationship Type="http://schemas.openxmlformats.org/officeDocument/2006/relationships/notesMaster" Target="/ppt/notesMasters/notesMaster1.xml" Id="R93ee4d3b4c914eb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a55bec6ee6b4295" /><Relationship Type="http://schemas.openxmlformats.org/officeDocument/2006/relationships/notesMaster" Target="/ppt/notesMasters/notesMaster1.xml" Id="R056e0a8f9c6245a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421a6425a254079" /><Relationship Type="http://schemas.openxmlformats.org/officeDocument/2006/relationships/notesMaster" Target="/ppt/notesMasters/notesMaster1.xml" Id="R28b7941184564fb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d7744c926d64c94" /><Relationship Type="http://schemas.openxmlformats.org/officeDocument/2006/relationships/notesMaster" Target="/ppt/notesMasters/notesMaster1.xml" Id="R556b89b512a54e7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73af91b51f74294" /><Relationship Type="http://schemas.openxmlformats.org/officeDocument/2006/relationships/notesMaster" Target="/ppt/notesMasters/notesMaster1.xml" Id="R1b77f05857424c9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ea5908bb59342c0" /><Relationship Type="http://schemas.openxmlformats.org/officeDocument/2006/relationships/notesMaster" Target="/ppt/notesMasters/notesMaster1.xml" Id="Rbb7d069013024eb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0bbb803197c47df" /><Relationship Type="http://schemas.openxmlformats.org/officeDocument/2006/relationships/notesMaster" Target="/ppt/notesMasters/notesMaster1.xml" Id="R3c75d7f8c50d472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8b5349917e94193" /><Relationship Type="http://schemas.openxmlformats.org/officeDocument/2006/relationships/notesMaster" Target="/ppt/notesMasters/notesMaster1.xml" Id="R88f6e8309ed94b1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2ce76957ef64afa" /><Relationship Type="http://schemas.openxmlformats.org/officeDocument/2006/relationships/notesMaster" Target="/ppt/notesMasters/notesMaster1.xml" Id="Re83ff6d72d5e4f7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5215d8f153b46c2" /><Relationship Type="http://schemas.openxmlformats.org/officeDocument/2006/relationships/notesMaster" Target="/ppt/notesMasters/notesMaster1.xml" Id="R4715c6e8a6bf47e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a3ca754986546e7" /><Relationship Type="http://schemas.openxmlformats.org/officeDocument/2006/relationships/notesMaster" Target="/ppt/notesMasters/notesMaster1.xml" Id="R4a337ea07c3e4a6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1f32f50fea04e00" /><Relationship Type="http://schemas.openxmlformats.org/officeDocument/2006/relationships/notesMaster" Target="/ppt/notesMasters/notesMaster1.xml" Id="R0b8b6f6113994b5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fc40418b53f4fae" /><Relationship Type="http://schemas.openxmlformats.org/officeDocument/2006/relationships/notesMaster" Target="/ppt/notesMasters/notesMaster1.xml" Id="R5ddfb91cf3b34d5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56c1439ba824fce" /><Relationship Type="http://schemas.openxmlformats.org/officeDocument/2006/relationships/notesMaster" Target="/ppt/notesMasters/notesMaster1.xml" Id="R76cd835d15094a9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fcb9770b3e34b69" /><Relationship Type="http://schemas.openxmlformats.org/officeDocument/2006/relationships/notesMaster" Target="/ppt/notesMasters/notesMaster1.xml" Id="Ree39ab16615e450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1c11c606d5241ad" /><Relationship Type="http://schemas.openxmlformats.org/officeDocument/2006/relationships/notesMaster" Target="/ppt/notesMasters/notesMaster1.xml" Id="Rb700b93363ae43c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fa15ce264c04c7e" /><Relationship Type="http://schemas.openxmlformats.org/officeDocument/2006/relationships/notesMaster" Target="/ppt/notesMasters/notesMaster1.xml" Id="R922672b6a641485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f8ffa8e045544f9" /><Relationship Type="http://schemas.openxmlformats.org/officeDocument/2006/relationships/notesMaster" Target="/ppt/notesMasters/notesMaster1.xml" Id="Rde2a8b5c9a0d473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ef04cb5ec0848f3" /><Relationship Type="http://schemas.openxmlformats.org/officeDocument/2006/relationships/notesMaster" Target="/ppt/notesMasters/notesMaster1.xml" Id="R584b0b833828417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11c3bb3a0a9455f" /><Relationship Type="http://schemas.openxmlformats.org/officeDocument/2006/relationships/notesMaster" Target="/ppt/notesMasters/notesMaster1.xml" Id="R7d80ce43c99f489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dc359f563024007" /><Relationship Type="http://schemas.openxmlformats.org/officeDocument/2006/relationships/notesMaster" Target="/ppt/notesMasters/notesMaster1.xml" Id="Rdfc5350a97a34a0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503a6e4038942c6" /><Relationship Type="http://schemas.openxmlformats.org/officeDocument/2006/relationships/notesMaster" Target="/ppt/notesMasters/notesMaster1.xml" Id="Rbb1d829fb4474f9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e496c12b02942b4" /><Relationship Type="http://schemas.openxmlformats.org/officeDocument/2006/relationships/notesMaster" Target="/ppt/notesMasters/notesMaster1.xml" Id="R150d8a1cca2b40e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4dcd85c636440b0" /><Relationship Type="http://schemas.openxmlformats.org/officeDocument/2006/relationships/notesMaster" Target="/ppt/notesMasters/notesMaster1.xml" Id="R34b5e8a93c7f4b0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02b6ceaf3d34fc7" /><Relationship Type="http://schemas.openxmlformats.org/officeDocument/2006/relationships/notesMaster" Target="/ppt/notesMasters/notesMaster1.xml" Id="R96db3d9b9aee44f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de21f8d2a0e4f25" /><Relationship Type="http://schemas.openxmlformats.org/officeDocument/2006/relationships/notesMaster" Target="/ppt/notesMasters/notesMaster1.xml" Id="R2df1e511a2c84ee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d2ceffe81244e70" /><Relationship Type="http://schemas.openxmlformats.org/officeDocument/2006/relationships/notesMaster" Target="/ppt/notesMasters/notesMaster1.xml" Id="Re56868c6b7d34d3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d4f983ad13b4893" /><Relationship Type="http://schemas.openxmlformats.org/officeDocument/2006/relationships/notesMaster" Target="/ppt/notesMasters/notesMaster1.xml" Id="R0f7b184d8a9a4d5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6ff8cd92bab4fcb" /><Relationship Type="http://schemas.openxmlformats.org/officeDocument/2006/relationships/notesMaster" Target="/ppt/notesMasters/notesMaster1.xml" Id="Re9084744b59e4c8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05ca2e9da14416a" /><Relationship Type="http://schemas.openxmlformats.org/officeDocument/2006/relationships/notesMaster" Target="/ppt/notesMasters/notesMaster1.xml" Id="Rd3d6a4f26b6d468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f5e094a95864c85" /><Relationship Type="http://schemas.openxmlformats.org/officeDocument/2006/relationships/notesMaster" Target="/ppt/notesMasters/notesMaster1.xml" Id="Rf83d0218b19e4b6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7c0b5dd6a9b4d3e" /><Relationship Type="http://schemas.openxmlformats.org/officeDocument/2006/relationships/notesMaster" Target="/ppt/notesMasters/notesMaster1.xml" Id="R9a3b2a1eb1e6456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be670e592424711" /><Relationship Type="http://schemas.openxmlformats.org/officeDocument/2006/relationships/notesMaster" Target="/ppt/notesMasters/notesMaster1.xml" Id="R0f0284316210433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79aca2e14244f38" /><Relationship Type="http://schemas.openxmlformats.org/officeDocument/2006/relationships/notesMaster" Target="/ppt/notesMasters/notesMaster1.xml" Id="Rfc751c227fe2446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43fcab948ee4c8c" /><Relationship Type="http://schemas.openxmlformats.org/officeDocument/2006/relationships/notesMaster" Target="/ppt/notesMasters/notesMaster1.xml" Id="R6e2fe8fef190466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e2496c5df932411e" /><Relationship Type="http://schemas.openxmlformats.org/officeDocument/2006/relationships/notesMaster" Target="/ppt/notesMasters/notesMaster1.xml" Id="R64115ea9324d4722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a21e4983b2f4e36" /><Relationship Type="http://schemas.openxmlformats.org/officeDocument/2006/relationships/notesMaster" Target="/ppt/notesMasters/notesMaster1.xml" Id="R37fd23990ee24c0d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0e8bd4167b04e92" /><Relationship Type="http://schemas.openxmlformats.org/officeDocument/2006/relationships/notesMaster" Target="/ppt/notesMasters/notesMaster1.xml" Id="R973aaf1ca82d4f6a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46b2a69a84894186" /><Relationship Type="http://schemas.openxmlformats.org/officeDocument/2006/relationships/notesMaster" Target="/ppt/notesMasters/notesMaster1.xml" Id="R7d161f1c01ff448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e367a8bb8684684" /><Relationship Type="http://schemas.openxmlformats.org/officeDocument/2006/relationships/notesMaster" Target="/ppt/notesMasters/notesMaster1.xml" Id="Rb951b37253874d2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2b9dadd198f84f04" /><Relationship Type="http://schemas.openxmlformats.org/officeDocument/2006/relationships/notesMaster" Target="/ppt/notesMasters/notesMaster1.xml" Id="R8e81e1e7dfb2444d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a646ab49e914120" /><Relationship Type="http://schemas.openxmlformats.org/officeDocument/2006/relationships/notesMaster" Target="/ppt/notesMasters/notesMaster1.xml" Id="R790d27cd7a5540e3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ba5a5c051a441f1" /><Relationship Type="http://schemas.openxmlformats.org/officeDocument/2006/relationships/notesMaster" Target="/ppt/notesMasters/notesMaster1.xml" Id="Rf2c711943ee948ad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6c8b7d7f5c8944c6" /><Relationship Type="http://schemas.openxmlformats.org/officeDocument/2006/relationships/notesMaster" Target="/ppt/notesMasters/notesMaster1.xml" Id="Re591103c0601414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5ab32188e6f64ac7" /><Relationship Type="http://schemas.openxmlformats.org/officeDocument/2006/relationships/notesMaster" Target="/ppt/notesMasters/notesMaster1.xml" Id="Rd83230e8fcbc4f1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7039c9f75b534b26" /><Relationship Type="http://schemas.openxmlformats.org/officeDocument/2006/relationships/notesMaster" Target="/ppt/notesMasters/notesMaster1.xml" Id="R9ced986b2fc540bc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c7b7e8ba6b6b4a2c" /><Relationship Type="http://schemas.openxmlformats.org/officeDocument/2006/relationships/notesMaster" Target="/ppt/notesMasters/notesMaster1.xml" Id="R3d9c5ed5541a4c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Python syntax'ını ezberletmez. Python ve FastAPI'nin AI ürünündeki sorumluluklarını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eğitimde hedef, syntax ezberi değil, kod okuma, değiştirme ve hata ayıklama yeteneğidir.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İstek akışını katmanlara ayırmak, hata ayıklama ve code review için zihinsel model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GameService burada microservice değildir. Aynı Python uygulamasındaki domain sınıfıdır.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slayt, AI tarafından yazılmış backend kodunu okurken kullanılacak pratik yöntemdir: input, state transition, external analysis,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contract, frontend ile backend arasındaki anlaşmadır. Kritik alanların kaynağı backend'dir.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2, Python syntax'ından çok servis sınırları, request lifecycle ve test edilebilirlik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bileşenlerinin farklı satranç gösterimlerini neden kullandığını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SAN, UCI ve PGN birbirinin alternatifi değildir. Her biri farklı tüketici için seçilir.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pozisyon snapshot'ıdır. Review geçmişi için SAN hamle listesi veya PGN ayrıca saklanmalıdır.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SAN bağlama bağlıdır; iki at aynı kareye gidebiliyorsa Nbf3 veya Ngf3 gibi ayrıntı eklenir. UCI makine için daha kesindir.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ChessLens'in canlı oyununda FEN yeterlidir. Geçmiş hamle incelemesi için PGN veya SAN listesi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sözleşme, frontend, domain, engine ve LLM katmanlarını birbirinden ayırır.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bölümdeki ana yetkinlik, satranç notasyonunu ezberlemek değil, veri sözleşmesini doğru katmana bağlamaktır.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bir hamle isteğinin nasıl doğrulandığını ve sistemin hata sırasında state'i korumasını inceliyoruz.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422 istek şeması hatasıdır. 400 ise istek okunabilir olduğu halde domain kuralına uymaz.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mutation, mevcut nesnenin değişmesidir. Geçersiz hamle state'i değiştirmemelidir.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Hata kodu, sorunun kaynağını ve istemcinin ne yapması gerektiğini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test hızlı ve izole olmalıdır. Harici motoru test double ile değiştirerek API davranışını ölçeriz.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 amacı satırları çalıştırmak değil, sistem davranışı hakkında güvenilir bir iddia kurmaktır.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4'ün hedefi, test ve hata yönetimini AI ürününün güvenilirlik temeli olarak anlatabilmektir.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Stockfish'i yeniden yazmıyoruz; Python servisinin UCI üzerinden Stockfish sürecini güvenilir biçimde yönetmesini öğreniyoruz.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Araçların görevini ayırmak, hallucination ve pedagojik kalite riskini sınırlar.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ayrı bir işletim sistemi sürecidir. Adapter bu sürecin yaşam döngüsünü ve çıktısını yönetir.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Adapter pattern, uygulama kodunu harici süreç API'sine bağlamadan korur. Testte fake engine bu sınırı taklit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skorları mate veya centipawn olabilir. Move analyzer önce kind alanını kontrol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Harici süreçler güvenilir varsayılmaz. Availability, timeout, concurrency ve output validation birlikte düşünülür.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5, harici AI/ML aracını üretim servisine bağlama yetkinliğini görünür kılar.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Stockfish değerlendirmesini hamle kalitesi ve pedagojik geri bildirim için nasıl işlediğimizi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analysis için before ve after evaluation gerekir. Bu, hamlenin etkisini ölçmenin temelidir.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Skorlar Beyaz perspektifinde tutulur. Bu nedenle +0.30’dan +0.80’e geçiş Beyaz için 50 cp kazanç, Siyah için 50 cp kayıptır. Formül, hamleyi yapan oyuncunun kaybını hesaplar.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eşikler MVP için açıklanabilir sabitlerdir. Daha sonra kullanıcı seviyesine, time control'e ve veri setine göre kalibre edilebilir.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 değerlendirmesinin anlamı centipawn'dan farklıdır. Ayrı branch kullanmak daha doğru ve açıklanabilirdir.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LLM'e ham sonuç değil, normalize edilmiş ve sınıflandırılmış bir analysis DTO'su veririz.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model çıktısını ürün davranışına çevirmek ve ölçülebilir kurallar koymak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burada karar otoritesi değil, yapılandırılmış motor analizini açıklayan bir katmandır.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Bu, engine-grounded generation'dır. LLM'e sınırlandırılmış ve doğrulanmış context verilir.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Allowlist, prompt'a hangi alanların gireceğini bilinçli biçimde sınırlar. Her şeyi modele vermek daha iyi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Structured output, model ile uygulama arasına bir data contract koyar. JSON syntax'ı tek başına yetmez; alan ve değerler de doğrulanır.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Fallback yalnızca açıklama katmanını değiştirir. GameService ve Stockfish sonucu korunur.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MVP'de retrieval yok; engine-grounded generation var. Evaluation ise ayrı bir mühendislik katmanıdır.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7, prompt yazmaktan daha geniş olan LLM application engineering yetkinliğini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ürünlerinde demo başarısı ile güvenilir kalite ölçümü farklıdır. Bu bölüm evaluation yaklaşımını kurar.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Evaluation, modelin veya AI akışının aynı test setinde zaman içinde bozulup bozulmadığını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kaydı, engine gerçeği ile açıklama beklentisini ayırır. Böylece farklı katmanları ayrı ölçebiliriz.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quality, teknik doğruluk ve kullanıcıya yararı birlikte ele alır. Tek bir accuracy sayısı yeterli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şeyi LLM'e puanlatmak circular evaluation riski oluşturur. Deterministic checks ve insan değerlendirmesi birlikte kullanılmalıdır.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Evaluation'ı CI'a bağlamak, prompt veya model değişikliğinde kalite gerilemesini görünür yapar.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8, AI engineer'in model çağrısından kalite mühendisliğine geçişini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engineer için teslimat; yalnızca Python kodu değil, tekrarlanabilir çalışma ortamı, test kapısı ve izlenebilir servis demektir.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 bir sihirli güvenilirlik katmanı değildir. Ancak bağımlılıkları ve başlatma adımlarını standartlaştırarak debug alanını küçültür.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Dockerfile build-time ile runtime sorumluluklarını ayırır. Secret gibi değerler image içine gömülmemeli; runtime environment üzerinden verilmelidir.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Ortam ayrımı yalnızca deployment konusu değildir. Testlerde timeout ve engine path gibi bağımlılıkları kontrol edebilmek, hızlı ve güvenilir feedback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CI, ekipte ortak kalite eşiği oluşturur. Önce ucuz ve hızlı kontroller, sonra daha pahalı evaluation veya image build adımları çalıştırılabilir.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Kullanıcı, engine timeout olduğunda boş veya uydurma açıklama görmemeli. Hata, log ve response contract ile görünür hale getirilmelidir.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9, MVP kodunu çalıştırılabilir ve değerlendirilebilir bir teslimata bağlar. Sonraki adım güvenlik ve maliyet guardrail'leridir.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guardrail’leri, sistemi her durumda kusursuz yapmaz. Hatalı, pahalı veya kötüye kullanılabilir davranışları sınırlamayı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Threat model yalnızca güvenlik ekibinin işi değildir. AI akışında girdinin, modelin ve dış süreçlerin her biri farklı failure mode üretir.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injection riskini yalnızca daha iyi bir prompt yazarak çözemezsin. Kritik yetki ve doğruluk kontrolleri uygulama kodunda kalmalıdır.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MVP’de bile secret ve log politikası belirlemek, daha sonra pahalı bir veri temizliği yapmaktan kolaydır. Kullanıcı verisini varsayılan olarak sınırsız saklamamak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Cost control, model sağlayıcısına göre değişebilir. Ancak token, latency, retry ve concurrency ölçümleri her sağlayıcıda temel sinyallerdir.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Matriste her risk için kontrol ve kontrollü failure davranışı birlikte yazılır. Bu, security review ve incident debugging sırasında ortak dil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10, üretim ortamında güvenilir AI davranışının üç boyutunu bağlar: güvenlik, maliyet ve kontrollü hata.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9a978439847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51923b91bb4c0e" /><Relationship Type="http://schemas.openxmlformats.org/officeDocument/2006/relationships/slideLayout" Target="/ppt/slideLayouts/slideLayout1.xml" Id="Rf98ac330b29a44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8ac330b29a44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d81c874af4299" /><Relationship Type="http://schemas.openxmlformats.org/officeDocument/2006/relationships/notesSlide" Target="/ppt/notesSlides/notesSlide1.xml" Id="R09d98e6e2c1042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d804bc38a43b2" /><Relationship Type="http://schemas.openxmlformats.org/officeDocument/2006/relationships/notesSlide" Target="/ppt/notesSlides/notesSlide2.xml" Id="R864808fa9c1343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63c2bf10846f5" /><Relationship Type="http://schemas.openxmlformats.org/officeDocument/2006/relationships/notesSlide" Target="/ppt/notesSlides/notesSlide3.xml" Id="R9bfcbdbffbc148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9eb1a131946de" /><Relationship Type="http://schemas.openxmlformats.org/officeDocument/2006/relationships/notesSlide" Target="/ppt/notesSlides/notesSlide4.xml" Id="R957a1cefe10346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dd1cfc9cf4f79" /><Relationship Type="http://schemas.openxmlformats.org/officeDocument/2006/relationships/notesSlide" Target="/ppt/notesSlides/notesSlide5.xml" Id="Rdc03a43ed55843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219dfd29a4e52" /><Relationship Type="http://schemas.openxmlformats.org/officeDocument/2006/relationships/notesSlide" Target="/ppt/notesSlides/notesSlide6.xml" Id="R698096cc6e734e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c8f89ec8943ef" /><Relationship Type="http://schemas.openxmlformats.org/officeDocument/2006/relationships/notesSlide" Target="/ppt/notesSlides/notesSlide7.xml" Id="R6c75a002ca9a4c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078908b7c4126" /><Relationship Type="http://schemas.openxmlformats.org/officeDocument/2006/relationships/notesSlide" Target="/ppt/notesSlides/notesSlide8.xml" Id="R28f93ea5497141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998da879b4a1e" /><Relationship Type="http://schemas.openxmlformats.org/officeDocument/2006/relationships/notesSlide" Target="/ppt/notesSlides/notesSlide9.xml" Id="R6cb5954b6b6f40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5453a78684b4c" /><Relationship Type="http://schemas.openxmlformats.org/officeDocument/2006/relationships/notesSlide" Target="/ppt/notesSlides/notesSlide10.xml" Id="Re89d1ae54c3c4a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294b0d6ac4829" /><Relationship Type="http://schemas.openxmlformats.org/officeDocument/2006/relationships/notesSlide" Target="/ppt/notesSlides/notesSlide11.xml" Id="Ra9adb5aec44d44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06ec7fcf54b5d" /><Relationship Type="http://schemas.openxmlformats.org/officeDocument/2006/relationships/notesSlide" Target="/ppt/notesSlides/notesSlide12.xml" Id="R87f3b9a69a8744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4c0b987484a57" /><Relationship Type="http://schemas.openxmlformats.org/officeDocument/2006/relationships/notesSlide" Target="/ppt/notesSlides/notesSlide13.xml" Id="R1f9696a3c0584a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eb3180e804fa1" /><Relationship Type="http://schemas.openxmlformats.org/officeDocument/2006/relationships/notesSlide" Target="/ppt/notesSlides/notesSlide14.xml" Id="R1eea2a3b2f5c46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572a150854007" /><Relationship Type="http://schemas.openxmlformats.org/officeDocument/2006/relationships/notesSlide" Target="/ppt/notesSlides/notesSlide15.xml" Id="Rd6bca8b8f6734a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cc06c0b814b85" /><Relationship Type="http://schemas.openxmlformats.org/officeDocument/2006/relationships/notesSlide" Target="/ppt/notesSlides/notesSlide16.xml" Id="R82d971bcd1554d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81e985f0e437f" /><Relationship Type="http://schemas.openxmlformats.org/officeDocument/2006/relationships/notesSlide" Target="/ppt/notesSlides/notesSlide17.xml" Id="Re263ce50fd434b9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5fc0baab04134" /><Relationship Type="http://schemas.openxmlformats.org/officeDocument/2006/relationships/notesSlide" Target="/ppt/notesSlides/notesSlide18.xml" Id="R2e1a01d72bf84b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97f3981e249a0" /><Relationship Type="http://schemas.openxmlformats.org/officeDocument/2006/relationships/notesSlide" Target="/ppt/notesSlides/notesSlide19.xml" Id="R0a80ce42f61543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be9355be64e20" /><Relationship Type="http://schemas.openxmlformats.org/officeDocument/2006/relationships/notesSlide" Target="/ppt/notesSlides/notesSlide20.xml" Id="R4b724ce0ede743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9dbc82e7e4ef2" /><Relationship Type="http://schemas.openxmlformats.org/officeDocument/2006/relationships/notesSlide" Target="/ppt/notesSlides/notesSlide21.xml" Id="R1f2b5a28970e49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8a5b930bd4d6e" /><Relationship Type="http://schemas.openxmlformats.org/officeDocument/2006/relationships/notesSlide" Target="/ppt/notesSlides/notesSlide22.xml" Id="R868795cde78d475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fc44e17b843a8" /><Relationship Type="http://schemas.openxmlformats.org/officeDocument/2006/relationships/notesSlide" Target="/ppt/notesSlides/notesSlide23.xml" Id="Rb21a57083ee545f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76c806c764771" /><Relationship Type="http://schemas.openxmlformats.org/officeDocument/2006/relationships/notesSlide" Target="/ppt/notesSlides/notesSlide24.xml" Id="Rf93576fcce9f4f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e2b0809fa4754" /><Relationship Type="http://schemas.openxmlformats.org/officeDocument/2006/relationships/notesSlide" Target="/ppt/notesSlides/notesSlide25.xml" Id="Rd991b5205e5744b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f109a59814a1f" /><Relationship Type="http://schemas.openxmlformats.org/officeDocument/2006/relationships/notesSlide" Target="/ppt/notesSlides/notesSlide26.xml" Id="R2124af00ef014df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cd4be7f574415" /><Relationship Type="http://schemas.openxmlformats.org/officeDocument/2006/relationships/notesSlide" Target="/ppt/notesSlides/notesSlide27.xml" Id="Rd623dd257e78422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965fd2c1244da" /><Relationship Type="http://schemas.openxmlformats.org/officeDocument/2006/relationships/notesSlide" Target="/ppt/notesSlides/notesSlide28.xml" Id="R17b7cbc17c10409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145aef6e14274" /><Relationship Type="http://schemas.openxmlformats.org/officeDocument/2006/relationships/notesSlide" Target="/ppt/notesSlides/notesSlide29.xml" Id="R077117fdfd5d4c1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d9aeceb454159" /><Relationship Type="http://schemas.openxmlformats.org/officeDocument/2006/relationships/notesSlide" Target="/ppt/notesSlides/notesSlide30.xml" Id="Rec761683a8014e9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6de3fd96c4187" /><Relationship Type="http://schemas.openxmlformats.org/officeDocument/2006/relationships/notesSlide" Target="/ppt/notesSlides/notesSlide31.xml" Id="Rce609a57b2ad4bc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1f9a4a2324f7b" /><Relationship Type="http://schemas.openxmlformats.org/officeDocument/2006/relationships/notesSlide" Target="/ppt/notesSlides/notesSlide32.xml" Id="R71729f0364c645b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78c0f2ee84529" /><Relationship Type="http://schemas.openxmlformats.org/officeDocument/2006/relationships/notesSlide" Target="/ppt/notesSlides/notesSlide33.xml" Id="Ra01df65cc844443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48b006f9e4cd4" /><Relationship Type="http://schemas.openxmlformats.org/officeDocument/2006/relationships/notesSlide" Target="/ppt/notesSlides/notesSlide34.xml" Id="R28ed563f14b54e2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aa0f64e8140e8" /><Relationship Type="http://schemas.openxmlformats.org/officeDocument/2006/relationships/notesSlide" Target="/ppt/notesSlides/notesSlide35.xml" Id="Rc55b10b869b24ff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e43adca344f46" /><Relationship Type="http://schemas.openxmlformats.org/officeDocument/2006/relationships/notesSlide" Target="/ppt/notesSlides/notesSlide36.xml" Id="Ra688a0d2af22467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86395e2e442d6" /><Relationship Type="http://schemas.openxmlformats.org/officeDocument/2006/relationships/notesSlide" Target="/ppt/notesSlides/notesSlide37.xml" Id="R2613f41b5c504cf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5e854c9bb44e7" /><Relationship Type="http://schemas.openxmlformats.org/officeDocument/2006/relationships/notesSlide" Target="/ppt/notesSlides/notesSlide38.xml" Id="Rb0960fa8cdb941a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31aa98b314b42" /><Relationship Type="http://schemas.openxmlformats.org/officeDocument/2006/relationships/notesSlide" Target="/ppt/notesSlides/notesSlide39.xml" Id="R997782e6308e41c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feffaafac473d" /><Relationship Type="http://schemas.openxmlformats.org/officeDocument/2006/relationships/notesSlide" Target="/ppt/notesSlides/notesSlide40.xml" Id="R9494ca01fa654d4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2ba61a4bd46a7" /><Relationship Type="http://schemas.openxmlformats.org/officeDocument/2006/relationships/notesSlide" Target="/ppt/notesSlides/notesSlide41.xml" Id="Rdba397fa7eee461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a72746dc34194" /><Relationship Type="http://schemas.openxmlformats.org/officeDocument/2006/relationships/notesSlide" Target="/ppt/notesSlides/notesSlide42.xml" Id="R041fc44c52ec41f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b2f68043041f4" /><Relationship Type="http://schemas.openxmlformats.org/officeDocument/2006/relationships/notesSlide" Target="/ppt/notesSlides/notesSlide43.xml" Id="R34a6ed39ac5c477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35d6a627248fc" /><Relationship Type="http://schemas.openxmlformats.org/officeDocument/2006/relationships/notesSlide" Target="/ppt/notesSlides/notesSlide44.xml" Id="Rff0845835d7343b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313676edd4295" /><Relationship Type="http://schemas.openxmlformats.org/officeDocument/2006/relationships/notesSlide" Target="/ppt/notesSlides/notesSlide45.xml" Id="R91d8988c374646a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c621bb682499e" /><Relationship Type="http://schemas.openxmlformats.org/officeDocument/2006/relationships/notesSlide" Target="/ppt/notesSlides/notesSlide46.xml" Id="R851a0b3289fb4b8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117ae454c4711" /><Relationship Type="http://schemas.openxmlformats.org/officeDocument/2006/relationships/notesSlide" Target="/ppt/notesSlides/notesSlide47.xml" Id="R7dad25bc7c19419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df90b45ed406b" /><Relationship Type="http://schemas.openxmlformats.org/officeDocument/2006/relationships/notesSlide" Target="/ppt/notesSlides/notesSlide48.xml" Id="Rde498e911c31458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e21ca3313416d" /><Relationship Type="http://schemas.openxmlformats.org/officeDocument/2006/relationships/notesSlide" Target="/ppt/notesSlides/notesSlide49.xml" Id="R5e31fae46a4f401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9f87c8f744e85" /><Relationship Type="http://schemas.openxmlformats.org/officeDocument/2006/relationships/notesSlide" Target="/ppt/notesSlides/notesSlide50.xml" Id="R624f7321dac44ba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4ba58b9994aac" /><Relationship Type="http://schemas.openxmlformats.org/officeDocument/2006/relationships/notesSlide" Target="/ppt/notesSlides/notesSlide51.xml" Id="R3e50d4ff2e0b49c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539cfa1b940ca" /><Relationship Type="http://schemas.openxmlformats.org/officeDocument/2006/relationships/notesSlide" Target="/ppt/notesSlides/notesSlide52.xml" Id="R0fa24deb96fa45e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0a78c8feb4f22" /><Relationship Type="http://schemas.openxmlformats.org/officeDocument/2006/relationships/notesSlide" Target="/ppt/notesSlides/notesSlide53.xml" Id="Rdc897be76de248d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2377c17d845ba" /><Relationship Type="http://schemas.openxmlformats.org/officeDocument/2006/relationships/notesSlide" Target="/ppt/notesSlides/notesSlide54.xml" Id="R6871d9c8ad73470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455a0a23e46dd" /><Relationship Type="http://schemas.openxmlformats.org/officeDocument/2006/relationships/notesSlide" Target="/ppt/notesSlides/notesSlide55.xml" Id="Rf130f3bc2e1a4cf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0bacd14e64a48" /><Relationship Type="http://schemas.openxmlformats.org/officeDocument/2006/relationships/notesSlide" Target="/ppt/notesSlides/notesSlide56.xml" Id="R77f5bad3f8ff4c3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24662fbb54125" /><Relationship Type="http://schemas.openxmlformats.org/officeDocument/2006/relationships/notesSlide" Target="/ppt/notesSlides/notesSlide57.xml" Id="Re7fa5086c54e4043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9239d505c41dc" /><Relationship Type="http://schemas.openxmlformats.org/officeDocument/2006/relationships/notesSlide" Target="/ppt/notesSlides/notesSlide58.xml" Id="Re4d30f3ae60c48b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c744fabe84137" /><Relationship Type="http://schemas.openxmlformats.org/officeDocument/2006/relationships/notesSlide" Target="/ppt/notesSlides/notesSlide59.xml" Id="Rd6fba97e58de4ed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7fc65f94f4ff4" /><Relationship Type="http://schemas.openxmlformats.org/officeDocument/2006/relationships/notesSlide" Target="/ppt/notesSlides/notesSlide60.xml" Id="Rce8029dfaa0a448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d7ca360a04cf0" /><Relationship Type="http://schemas.openxmlformats.org/officeDocument/2006/relationships/notesSlide" Target="/ppt/notesSlides/notesSlide61.xml" Id="R827d0f85d96d401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840a81f7e4236" /><Relationship Type="http://schemas.openxmlformats.org/officeDocument/2006/relationships/notesSlide" Target="/ppt/notesSlides/notesSlide62.xml" Id="Re96ade475b85428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5a69c3ae1409a" /><Relationship Type="http://schemas.openxmlformats.org/officeDocument/2006/relationships/notesSlide" Target="/ppt/notesSlides/notesSlide63.xml" Id="R6c9f161c372548f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c9dba1a734666" /><Relationship Type="http://schemas.openxmlformats.org/officeDocument/2006/relationships/notesSlide" Target="/ppt/notesSlides/notesSlide64.xml" Id="Rebbbffd5fb1a46d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65ff1c9774dde" /><Relationship Type="http://schemas.openxmlformats.org/officeDocument/2006/relationships/notesSlide" Target="/ppt/notesSlides/notesSlide65.xml" Id="R5d15cec0cd5e4be8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7b77f98e74133" /><Relationship Type="http://schemas.openxmlformats.org/officeDocument/2006/relationships/notesSlide" Target="/ppt/notesSlides/notesSlide66.xml" Id="Rc21334c0b0d84194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8bca38fd24d9d" /><Relationship Type="http://schemas.openxmlformats.org/officeDocument/2006/relationships/notesSlide" Target="/ppt/notesSlides/notesSlide67.xml" Id="R8b2bf5b883ab49c8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c22de25934c2c" /><Relationship Type="http://schemas.openxmlformats.org/officeDocument/2006/relationships/notesSlide" Target="/ppt/notesSlides/notesSlide68.xml" Id="Rd06a791a5b944c0d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2bc08a43141da" /><Relationship Type="http://schemas.openxmlformats.org/officeDocument/2006/relationships/notesSlide" Target="/ppt/notesSlides/notesSlide69.xml" Id="Rf36828780c2149f0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ef04a8c954155" /><Relationship Type="http://schemas.openxmlformats.org/officeDocument/2006/relationships/notesSlide" Target="/ppt/notesSlides/notesSlide70.xml" Id="Rdfe26e09038f46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B83D-922E-497B-81EC-1911741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1D13-A9B1-450C-88EB-B744ECD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görevi: güvenilir bir AI akışını taşıyabilmek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A8D6-E555-4E51-8A78-3866A0C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2 · Dil, servis ve veri akışı</a:t>
            </a:r>
          </a:p>
        </p:txBody>
      </p:sp>
    </p:spTree>
    <p:extLst>
      <p:ext uri="{BB962C8B-B14F-4D97-AF65-F5344CB8AC3E}">
        <p14:creationId xmlns:p14="http://schemas.microsoft.com/office/powerpoint/2010/main" val="56809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4416-5C2F-456F-BE66-6046CE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1AE9-BEEF-4298-8FA4-CE2118F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Python’da bilmen gereken seviye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1E18-6060-4EEC-8663-E21CEB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Ezberlemek gerekmeyenler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kütüphanenin tüm API’si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syntax ayrıntısı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Boilerplate kod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FastAPI seçeneği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1A2F-187F-410E-8B31-0492E35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Kontrol etmen gerekenler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Veri hangi tipte?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Fonksiyon ne üretiyor?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State nerede değişiyor?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Hata nasıl taşınıyor?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nerede yazılır?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C81B-11D3-4A50-AB82-820AD49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kod üretebilir; mühendis kodun davranışını açıklayabilmelidir.</a:t>
            </a:r>
          </a:p>
        </p:txBody>
      </p:sp>
    </p:spTree>
    <p:extLst>
      <p:ext uri="{BB962C8B-B14F-4D97-AF65-F5344CB8AC3E}">
        <p14:creationId xmlns:p14="http://schemas.microsoft.com/office/powerpoint/2010/main" val="200081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CD0F-4641-41CF-9279-F75A106C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122B-3CB9-4FF7-A2BD-8DD45E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hamle isteğinin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937-6AA0-4935-923B-FC5D213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156A-8CA3-4D52-AAC0-BC549DE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POST /api/games/{id}/moves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BAC0-8FBA-4482-95DB-5D362D2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C509-3896-4DAC-9E07-E9C7431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alanlarını ve tiplerini doğrular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893-0C7C-43BF-BE3A-8AFCC6E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1B28-7123-413D-A5E7-88263B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 bulur, sıralamayı kontrol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6571-549E-4D65-8AD0-E1E2A9E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E0BD-5222-4E48-8191-BF3574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satranç kurallarına göre uygular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E222-45D6-456A-8BA8-7D12C20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AAAA-88F8-427F-9E40-1A18F9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değerlendirir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5CAED-F194-4AE4-8B75-B9027DE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9194-4123-4D1A-AB15-7F57247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State, analysis ve coach sonucunu döner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FE48-10E9-4503-AAAC-2AF93F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katmanın tek bir anlaşılır görevi var.</a:t>
            </a:r>
          </a:p>
        </p:txBody>
      </p:sp>
    </p:spTree>
    <p:extLst>
      <p:ext uri="{BB962C8B-B14F-4D97-AF65-F5344CB8AC3E}">
        <p14:creationId xmlns:p14="http://schemas.microsoft.com/office/powerpoint/2010/main" val="141168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1A44C-253B-43F2-8532-DE41E55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6EFF-C76F-40BD-BA30-D450CF8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ve GameService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FBD6-FA5D-4979-835A-0941E8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HTTP ve JSON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Route ve status code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Request validation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Oyun kaydını bulma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Harici servisi çağırma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8378-3682-426B-BCAD-D32090E7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Tahtayı tutma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Legal move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FEN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SAN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Mat, pat, draw durumu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5FC-F943-4390-A73C-968E83A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Ayrımın sonucu: satranç kurallarını HTTP sunucusu olmadan test edebiliriz.</a:t>
            </a:r>
          </a:p>
        </p:txBody>
      </p:sp>
    </p:spTree>
    <p:extLst>
      <p:ext uri="{BB962C8B-B14F-4D97-AF65-F5344CB8AC3E}">
        <p14:creationId xmlns:p14="http://schemas.microsoft.com/office/powerpoint/2010/main" val="91473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55F6-13FF-4F35-9CB7-2575FB5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6FE-4C49-4E05-8967-95BCB65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Kod akışını okumak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057A-091B-45BB-B935-DC09FFFD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state_before = record.game.state()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gerçeğini backend’den 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D76-9E9C-4206-961E-90642B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 = record.game.play_move(body.from_, body.to, body.promotion)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doğrula ve uygula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0E3-3108-424C-AC25-8D6025B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after_analysis = await engine.analyze(record.game.board.copy(...))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analiz 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B309-D3CB-4718-AC25-EA11B88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 okurken her satırı değil, state’in nerede değiştiğini ve verinin hangi katmana gittiğini takip et.</a:t>
            </a:r>
          </a:p>
        </p:txBody>
      </p:sp>
    </p:spTree>
    <p:extLst>
      <p:ext uri="{BB962C8B-B14F-4D97-AF65-F5344CB8AC3E}">
        <p14:creationId xmlns:p14="http://schemas.microsoft.com/office/powerpoint/2010/main" val="927330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104C-59FD-4987-A5B0-BC4383F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D789-9C58-4323-899E-4263AE4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B0CB-EB4B-4E38-AE85-A90EE75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 gönderir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"from": "e2",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"to": "e4",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"promotion": null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9CC6-9693-4830-9749-A789311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Backend döner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"fen": "...",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"playedMove":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"analysis":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"coach": {...}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A997-2248-4786-9CBE-48F6227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İstemci niyet gönderir; backend FEN, legality, score ve classification üretir.</a:t>
            </a:r>
          </a:p>
        </p:txBody>
      </p:sp>
    </p:spTree>
    <p:extLst>
      <p:ext uri="{BB962C8B-B14F-4D97-AF65-F5344CB8AC3E}">
        <p14:creationId xmlns:p14="http://schemas.microsoft.com/office/powerpoint/2010/main" val="572627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E239-62BE-4F31-965A-9ABEDF1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F905-5B40-4499-AB40-261B92C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2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A3-0EB3-40F8-B906-7C71EEA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endpoint’i yalnızca çalıştırmayı değil, request’ten response’a veri akışını açıklamayı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ABD-CF48-4814-939C-E21FB11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“Transport katmanını domain mantığından ayırdım; GameService’i dış bağımlılıklar olmadan unit test edebiliyorum.”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C9CE-76FE-4048-B2FB-02F9327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FEN, SAN, UCI ve PGN veri sözleşmeleri</a:t>
            </a:r>
          </a:p>
        </p:txBody>
      </p:sp>
    </p:spTree>
    <p:extLst>
      <p:ext uri="{BB962C8B-B14F-4D97-AF65-F5344CB8AC3E}">
        <p14:creationId xmlns:p14="http://schemas.microsoft.com/office/powerpoint/2010/main" val="2018788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D49D-619E-4A7C-9602-8CBFE1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FEN, SAN, UCI ve PGN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EEE7-8373-49A6-B146-DB8C1C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oyunun dört farklı veri dili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0401-7732-4486-ABB2-DDBC9A6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3 · Pozisyon, hamle, motor ve geçmiş</a:t>
            </a:r>
          </a:p>
        </p:txBody>
      </p:sp>
    </p:spTree>
    <p:extLst>
      <p:ext uri="{BB962C8B-B14F-4D97-AF65-F5344CB8AC3E}">
        <p14:creationId xmlns:p14="http://schemas.microsoft.com/office/powerpoint/2010/main" val="1092095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1023-B25F-44BC-9E8E-0ABE181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A0ED-B3D5-47E0-A2A1-122737C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Dört formatın dört görevi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F6C99-65C1-499F-90A4-FF06E5F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3C37-6C90-4AF8-8DFC-EC283FE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Tahtanın anlık fotoğrafı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1B603-55E6-4FC1-BEE6-0A4FDA9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Stockfish’e pozisyon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4F93-1B3E-44DA-B4D5-D6BEFC3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1F7B-ADE8-4B1B-BC9D-5B809D1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İnsanın okuduğu hamle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E9A0-7B2D-426C-BA02-07A68FD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UI ve coach açıklaması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2427-98E3-4E05-B7E5-CB8EB17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2CCD-C199-4E40-BBBF-9C09CDE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Motorların hamle dili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9FFEB-BF3A-462C-B39B-B4924F7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 ↔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91B1-7E93-4CC9-B445-F1F05A5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8C0D-8E5F-4BDC-9A4F-F70B8B7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geçmiş kaydı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148D-3373-4E16-A3A7-E6C459B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Review ve dışa aktarma</a:t>
            </a:r>
          </a:p>
        </p:txBody>
      </p:sp>
    </p:spTree>
    <p:extLst>
      <p:ext uri="{BB962C8B-B14F-4D97-AF65-F5344CB8AC3E}">
        <p14:creationId xmlns:p14="http://schemas.microsoft.com/office/powerpoint/2010/main" val="1086268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B716-4275-4ACC-AFB2-098AE99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86F9-337F-4337-B04E-2C854B4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FEN: pozisyonun fotoğrafı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FD8DA-462A-4223-91C4-2A0B305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rnbqkbnr/pppppppp/8/8/PPPPPPPP/RNBQKBNR w KQkq - 0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544E-4B3B-4D2A-8977-FE112BE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B510-4BBB-495D-B8B5-B6815BF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8. sıradan 1. sıraya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F6C45-26FF-407D-B5FB-A5D7E8E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330F-1FB9-41C3-A372-0E54E1C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sıra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 veya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017D-0FA3-4DC1-B43D-242BCC1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75DA-A4EB-4D7F-9301-FDF1E36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rok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KQkq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1D6E-AF03-4817-A732-BB9FD6A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137D-34FD-4F48-B268-6A4EE6A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 passant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hedef kare veya 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5A32-CD30-418E-8DFD-14E099A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99C3E-6B24-4B3F-9BF3-ACC4914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yarım hamle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draw kuralı için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24D1D-1A3A-4CFC-84C0-515CC97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77D85-627C-4385-8F81-44AF98F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no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tam hamle sayısı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9E4D-AF14-4FF5-8707-AB14BCC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FEN mevcut konumu söyler; hamle geçmişini söylemez.</a:t>
            </a:r>
          </a:p>
        </p:txBody>
      </p:sp>
    </p:spTree>
    <p:extLst>
      <p:ext uri="{BB962C8B-B14F-4D97-AF65-F5344CB8AC3E}">
        <p14:creationId xmlns:p14="http://schemas.microsoft.com/office/powerpoint/2010/main" val="971246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2151-9C86-41C9-88C3-BEDBBD6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D994-8B99-49D4-99F6-104A443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SAN ve UCI: Nf3 ile g1f3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526C8-865D-4738-B9C5-BCBA947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İnsan odaklıdır. Tahtayı ve bağlamı kullanır. Şah, mat, taş alma ve rok sembolleri taşıyabilir.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4C33-1604-47F3-9479-109DFC1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g1f3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Makine odaklıdır. Başlangıç karesi, hedef karesi ve terfi harfi kullanır.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B64B-23D3-484F-B7E5-33CA364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hamle: SAN = Nf3 · UCI = g1f3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UCI üretir; UI genellikle SAN gösterir.</a:t>
            </a:r>
          </a:p>
        </p:txBody>
      </p:sp>
    </p:spTree>
    <p:extLst>
      <p:ext uri="{BB962C8B-B14F-4D97-AF65-F5344CB8AC3E}">
        <p14:creationId xmlns:p14="http://schemas.microsoft.com/office/powerpoint/2010/main" val="1342330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F340-AD7D-481F-9929-3F2C760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654E-19CF-4DB5-A8E3-6228AC1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PGN: oyunun geçmişi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53481-FCB6-430B-98A4-A8A0122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Şu an tahta nasıl?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bir snapshot.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Geçmişi tam olarak taşımaz.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B4022-85CB-4CAF-B218-779177A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buraya nasıl geldi?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 hamleleri, oyuncular, sonuç ve yorumlar.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A91B-7287-4D49-AC90-0B84A38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Review özelliği için FEN’in yanında hamle geçmişini de saklamalıyız.</a:t>
            </a:r>
          </a:p>
        </p:txBody>
      </p:sp>
    </p:spTree>
    <p:extLst>
      <p:ext uri="{BB962C8B-B14F-4D97-AF65-F5344CB8AC3E}">
        <p14:creationId xmlns:p14="http://schemas.microsoft.com/office/powerpoint/2010/main" val="1711723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315AA-0A52-4447-81C1-457C2B9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C4E22-F87B-41F5-A4D2-1316EA75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veri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3113-ECB9-46A6-BED3-94C49F4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474E-DFB0-4CD3-BC74-F5068C0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from/to/promotion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94E0-A3C3-4880-B04F-57BA9A3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F536F-4C79-4476-98A8-55B5884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FF580-CA90-482C-A9C5-26083C5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legal + FEN + 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C924-949E-4A45-B8F4-C43BFA0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C82E-1A0F-47E3-A8BC-E56CC14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6A5D6-67AE-47F3-BFED-60DD2F1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UCI +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D9F9-552A-4C26-92F9-34006FD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32BD-4EF6-4B5F-A162-F3B3ED1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C7CD-6E0A-4011-8D73-EB3984C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insan dili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552A-2F0E-4A44-B48E-078FF441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format doğru katmanda kullanılır; LLM hiçbir formatın doğruluk otoritesi değildir.</a:t>
            </a:r>
          </a:p>
        </p:txBody>
      </p:sp>
    </p:spTree>
    <p:extLst>
      <p:ext uri="{BB962C8B-B14F-4D97-AF65-F5344CB8AC3E}">
        <p14:creationId xmlns:p14="http://schemas.microsoft.com/office/powerpoint/2010/main" val="335433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5493F-58BE-4865-8959-5FF87EA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71092-751E-4256-84DD-C208CEE3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3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D4F9-7A2B-480D-80D1-CCCA709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mevcut pozisyonu, PGN geçmişi, SAN insan dilini, UCI ise motor dilini temsil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58C3F-EF37-4506-B7D2-1582DCF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“Motor ile UI arasında UCI/SAN dönüşümü yapıyor, oyun snapshot’ı ile hamle geçmişini ayrı veri ihtiyaçları olarak ele alıyorum.”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B30B-6852-4A6E-8ABD-728E415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Hamle doğrulama, test ve hata senaryoları</a:t>
            </a:r>
          </a:p>
        </p:txBody>
      </p:sp>
    </p:spTree>
    <p:extLst>
      <p:ext uri="{BB962C8B-B14F-4D97-AF65-F5344CB8AC3E}">
        <p14:creationId xmlns:p14="http://schemas.microsoft.com/office/powerpoint/2010/main" val="936192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13316-4163-4871-931D-31D2593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D4C7-23BC-4297-994D-62173FF0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Çalışan endpoint ile güvenilir servis arasındaki fark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DD6E-CBED-4CFF-851E-7041A4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4 · Validation, state ve hata yönetimi</a:t>
            </a:r>
          </a:p>
        </p:txBody>
      </p:sp>
    </p:spTree>
    <p:extLst>
      <p:ext uri="{BB962C8B-B14F-4D97-AF65-F5344CB8AC3E}">
        <p14:creationId xmlns:p14="http://schemas.microsoft.com/office/powerpoint/2010/main" val="3369005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03A6-6CF9-4DB9-9BA4-833E8D1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C12B-0B95-4E85-B11E-FD6308B1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İki farklı doğrulama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73AA0-5494-488E-9BFB-E071AAA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 var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from/to doğru tipte mi?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playerColor geçerli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 → HTTP 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D999B-54FB-4B94-803D-070D48B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Domain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bu pozisyonda yasal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şahını açıkta bırakıyor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bitmiş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 → HTTP 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D544-7C96-4F05-919A-DB29A88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Format doğru olabilir; hamle yine de satranç açısından yasadışı olabilir.</a:t>
            </a:r>
          </a:p>
        </p:txBody>
      </p:sp>
    </p:spTree>
    <p:extLst>
      <p:ext uri="{BB962C8B-B14F-4D97-AF65-F5344CB8AC3E}">
        <p14:creationId xmlns:p14="http://schemas.microsoft.com/office/powerpoint/2010/main" val="14881377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04AD1-CA1A-404C-A97D-3BE3A17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DA15-6916-4528-92F6-918BD28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 değişikliğinde güvenli sıra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86DB-277E-4AF7-9CC2-0F9C55F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Hamle nesnesini oluştur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D197-A500-452A-A989-5718C7F0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Legal moves içinde doğrula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43D5C-31DA-434A-90D5-6B0D1FD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 · SAN’ı eski tahtada hesapla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AF32-B635-402D-8EFF-EC453D5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Hamleyi uygula ve yeni state üret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D9125-82DA-486F-A948-6DA5E77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Doğrulama bitmeden mutation yapılmaz.</a:t>
            </a:r>
          </a:p>
        </p:txBody>
      </p:sp>
    </p:spTree>
    <p:extLst>
      <p:ext uri="{BB962C8B-B14F-4D97-AF65-F5344CB8AC3E}">
        <p14:creationId xmlns:p14="http://schemas.microsoft.com/office/powerpoint/2010/main" val="1015195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10954-7079-4AB1-AD37-1E6455A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96C5-DA6D-45A5-866F-0785386A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kodları rastgele seçilmez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2296-244D-4ECB-982F-5E3E85C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3D9DA-840E-434F-ADBD-E133BC6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şekli yanlış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D13E-8D6D-46AE-9F59-ABAC6D22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31ED7-E94F-43C1-A695-70739B1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9EF8-8C95-406F-BD41-D696530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907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yasadışı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F29F-49AC-484F-AB11-21968DA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907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19FE-9666-4A36-8831-4F1B3637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B312-5FBB-4BF3-85F5-84DF647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 bulunamadı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54934-FF19-46DA-AF68-1307825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146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833D4-3772-4401-BB4E-9014672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3277C-E39C-4926-8DCE-96DCBC7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Oyuncunun sırası değil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86089-19FD-49D0-9155-0FD40032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GameRecord/API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2E0F6-B4C2-41B8-9FC1-FAFA3C8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DA91-49CC-4537-8933-7A7AA54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yok veya erişilemiyor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86D27-FBFC-4C76-9239-8C249915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adapter</a:t>
            </a:r>
          </a:p>
        </p:txBody>
      </p:sp>
    </p:spTree>
    <p:extLst>
      <p:ext uri="{BB962C8B-B14F-4D97-AF65-F5344CB8AC3E}">
        <p14:creationId xmlns:p14="http://schemas.microsoft.com/office/powerpoint/2010/main" val="7419332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59741-3FAF-42E1-B282-5751646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A35A-A30C-400D-8D48-C2BE350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Test piramidi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598F6-3CEC-4A83-A3BA-9E0FF9F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Unit test · GameService ve move 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14673-42C6-43ED-9792-888D4F9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Integration test · FastAPI + fake engine + fake coach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B4A98-AB18-4CE4-9F47-CA1184D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628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Smoke test · gerçek server ve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CB308-8C8D-464B-B23F-60FD68A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testi gerçek Stockfish ile çalıştırmak testleri yavaş ve kırılgan yapar.</a:t>
            </a:r>
          </a:p>
        </p:txBody>
      </p:sp>
    </p:spTree>
    <p:extLst>
      <p:ext uri="{BB962C8B-B14F-4D97-AF65-F5344CB8AC3E}">
        <p14:creationId xmlns:p14="http://schemas.microsoft.com/office/powerpoint/2010/main" val="521135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3071-D724-4639-8D63-1FC965E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BE50-101A-418F-93E1-D74B87E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İyi bir test neyi kanıtlar?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B433-3B1B-4724-B9C9-E7C1AB9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def test_illegal_move_does_not_change_board():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game = GameService.new()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before = game.board.fen()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with pytest.raises(IllegalMoveError):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    game.play_move("e2", "e5")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assert game.board.fen() == 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14B63-307F-4FC5-B1EB-9D5C4A4D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Bu test yalnızca hatayı değil, hata sonrası state bütünlüğünü de kanıtlar.</a:t>
            </a:r>
          </a:p>
        </p:txBody>
      </p:sp>
    </p:spTree>
    <p:extLst>
      <p:ext uri="{BB962C8B-B14F-4D97-AF65-F5344CB8AC3E}">
        <p14:creationId xmlns:p14="http://schemas.microsoft.com/office/powerpoint/2010/main" val="4171912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AE10-D595-40F2-82ED-1D6F3B9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A26EB-BF2D-45A3-AD25-9FE5BF1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4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00926-4049-4675-BD71-85725AD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hamleyi reddedip oyunun state’ini bozmayan bir servis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141DA-4E9C-4AF8-8A11-8EE1A60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“Validation, domain error ve external dependency failure durumlarını ayrı ele alıp uygun HTTP kodlarına çeviriyorum.”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4133-F50E-4F61-8E23-0BECCAE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Stockfish adapter ve UCI motor entegrasyonu</a:t>
            </a:r>
          </a:p>
        </p:txBody>
      </p:sp>
    </p:spTree>
    <p:extLst>
      <p:ext uri="{BB962C8B-B14F-4D97-AF65-F5344CB8AC3E}">
        <p14:creationId xmlns:p14="http://schemas.microsoft.com/office/powerpoint/2010/main" val="13012880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4F7C4-6553-4CF8-B86B-E32EADBD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9B1B3-9EF3-483C-8C53-0DB3F2DE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Motoru ürüne bağlamak: süreç, protokol ve güvenilirlik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63C6-8F77-4447-A321-2FBB918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5 · UCI, evaluation ve failure handling</a:t>
            </a:r>
          </a:p>
        </p:txBody>
      </p:sp>
    </p:spTree>
    <p:extLst>
      <p:ext uri="{BB962C8B-B14F-4D97-AF65-F5344CB8AC3E}">
        <p14:creationId xmlns:p14="http://schemas.microsoft.com/office/powerpoint/2010/main" val="14028760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0CC89-5722-417A-B8AF-3330FD0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7F76-236E-423F-904C-690F05B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ve LLM’in farklı görevleri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DCEB1-5195-4A2B-8255-3B4A8E4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Pozisyonu hesaplar.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 iyi hamleyi önerir.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Skor ve principal variation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Doğruluk otoritesi.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7DD95-92DC-4EBF-8D2E-8EAB17D3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 sonucunu açıklar.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seviyesine uyarlar.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Pedagojik dil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Açıklama katmanı.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F9DD6-9F42-4328-88F9-CC7AF55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motor skorunu değiştiremez; Stockfish de pedagojik açıklama üretmek zorunda değildir.</a:t>
            </a:r>
          </a:p>
        </p:txBody>
      </p:sp>
    </p:spTree>
    <p:extLst>
      <p:ext uri="{BB962C8B-B14F-4D97-AF65-F5344CB8AC3E}">
        <p14:creationId xmlns:p14="http://schemas.microsoft.com/office/powerpoint/2010/main" val="74627046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5BB38-B978-4037-BB22-385ABD7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568D-B61C-49AA-8850-D3306BD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sürecinin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2E80-8DC8-4F03-B8BE-697DE6A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Başlat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0727-82AC-4DE3-AED4-38214C89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SimpleEngine.popen_uci(path)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AA944-8CBE-479C-AC09-655188A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Konum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8271-1B90-4457-BD79-F6C09C6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 / FEN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3C0B-1F6C-4FF1-81B3-BA1CCB99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Limit koy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86B45-6560-4033-8744-060817CC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 veya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21C2E-6214-44CE-ACD8-EAA10553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Analiz 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E0E52-84BC-4784-9DB9-2B6DCB1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engine.analyse(...)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55B44-FD57-474D-A900-7B789BD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Normalize 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8CD43-B852-4FB6-8451-955AC0D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score + bestMove + pv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A37DA-163E-4EF1-82E6-8B25221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AA7DC-5034-4498-B8CA-3787D43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engine.quit()</a:t>
            </a:r>
          </a:p>
        </p:txBody>
      </p:sp>
    </p:spTree>
    <p:extLst>
      <p:ext uri="{BB962C8B-B14F-4D97-AF65-F5344CB8AC3E}">
        <p14:creationId xmlns:p14="http://schemas.microsoft.com/office/powerpoint/2010/main" val="319208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9E369-4314-47F8-B444-0E0D308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BA4D-5BE6-4DFD-A48F-E4E072D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Adapter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26E15-5B0E-4E78-82A6-605AA2D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ne gönderir?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Stockfish’in stdout’unu veya UCI satırlarını bilmez.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46781-58C6-4C50-A57B-12652BB7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Adapter ne döner?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evaluation: {kind, value},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bestMove: "g1f3",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pv: [...]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Stabil uygulama DTO’su.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7F810-E181-4DCF-A90E-B2D6F1C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Harici aracın değişken ayrıntılarını tek bir sınırın arkasında tutuyoruz.</a:t>
            </a:r>
          </a:p>
        </p:txBody>
      </p:sp>
    </p:spTree>
    <p:extLst>
      <p:ext uri="{BB962C8B-B14F-4D97-AF65-F5344CB8AC3E}">
        <p14:creationId xmlns:p14="http://schemas.microsoft.com/office/powerpoint/2010/main" val="180499191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BAAB-4D45-4097-B825-B53AFD9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54DFD-BE14-4D8E-B397-5A9F588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Evaluation: centipawn ve 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106C8-C5FF-46E3-A322-4D519A1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 kind: "centipawn", value: 35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+0.35 piyon = küçük beyaz avantajı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Skor beyaz perspektifinden normalize edilir.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4A10B-B2A1-430F-A0FD-18597D5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 kind: "mate", value: 3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Beyaz 3 hamlede mat eder.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Negatif değer siyah lehine matı gösterir.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Mate’i cp gibi hesaplamayız.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859C5-16D7-4F38-82BF-8CCBF065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türü bilinmeden centipawn loss hesaplamak yanlış sınıflandırma üretir.</a:t>
            </a:r>
          </a:p>
        </p:txBody>
      </p:sp>
    </p:spTree>
    <p:extLst>
      <p:ext uri="{BB962C8B-B14F-4D97-AF65-F5344CB8AC3E}">
        <p14:creationId xmlns:p14="http://schemas.microsoft.com/office/powerpoint/2010/main" val="17468296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2A0ED-BE8E-427A-8154-18EF9D7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421F9-6B89-42E7-A6CC-987561A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Harici süreç güvenilirliği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2F0A-4446-4F40-99FB-FE654EFD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Dosya yok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38159-A78E-46DC-B850-5FD5B36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STOCKFISH_PATH yanlışsa 503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1392-B5BE-45C1-B9AD-B89481C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7E8A1-F236-49D0-97E5-61FD9F9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İsteği sonsuza kadar bekletme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E9612-8765-4ABF-9469-F1864A8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7B63-5022-4F69-85C1-AA8E7BA2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engine üzerinde lock/queue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D7FAE-3796-4FDB-9753-284022E1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Kapanış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4220B-4B20-48B9-9F36-7E61EBF0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kapanırken engine.quit()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5D261-6B93-4F9F-914F-D17CEC2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Yanlış çıktı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1DA0-7245-456E-B6D7-3EDD905F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005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best move tekrar legal kontrol</a:t>
            </a:r>
          </a:p>
        </p:txBody>
      </p:sp>
    </p:spTree>
    <p:extLst>
      <p:ext uri="{BB962C8B-B14F-4D97-AF65-F5344CB8AC3E}">
        <p14:creationId xmlns:p14="http://schemas.microsoft.com/office/powerpoint/2010/main" val="8098010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A7A7-80B6-4268-B21F-5FE11868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7481F-F5F4-4C30-ADE6-B11EB06D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5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A2142-DD88-4FFE-BFD4-9453E1B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Stockfish’i sadece çağırmayı değil, çıktısını normalize edip güvenilir bir uygulama sözleşmesine dönüştürmeyi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88A4E-B90A-43C4-BFEC-5FB01C10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“Stockfish’i UCI adapter arkasına aldım; mate ve centipawn skorlarını beyaz perspektifine normalize edip timeout ve legal-move kontrolleri ekledim.”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E127E-9121-4C47-B560-9ABA199A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Move analysis,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14363855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1E8B9-D460-4DCB-AEEA-47B1E677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6B172-05D6-4654-9C70-C767C1A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skorunu insan için anlamlı bir geri bildirime çevirmek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B3B3F-A12E-437B-B962-762DE1B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6 · Loss,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2107150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ADBC-6EAE-46DF-8ADA-F4F0B33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BB9D1-292A-489D-813F-6F1FB8C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analizi iki pozisyonu karşılaştırır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A9681-A59E-4E1B-8B33-72B4EB6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oynanmadan önce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57176-E881-472C-BE12-4ECC83F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oyuncu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hamlesi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FD316-903D-4991-A39B-4C00EA06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oynandıktan sonra</a:t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-0.80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3600D-CD17-4345-99CB-923E9BB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Analiz, tek başına “motor ne dedi?” değil, hamlenin konumu nasıl değiştirdiğidir.</a:t>
            </a:r>
          </a:p>
        </p:txBody>
      </p:sp>
    </p:spTree>
    <p:extLst>
      <p:ext uri="{BB962C8B-B14F-4D97-AF65-F5344CB8AC3E}">
        <p14:creationId xmlns:p14="http://schemas.microsoft.com/office/powerpoint/2010/main" val="11803739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27820-9142-4189-BEEF-C43E10CA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B9F82-107F-46D7-B52E-40C6712F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oyuncu perspektifinden hesaplanır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698D3-A638-4426-B94C-D2C7C11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Beyaz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= before − after</a:t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+0.80’den +0.30’a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Beyaz: 50 cp kayıp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Siyah: 50 cp kazanç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C5C54-B63C-474A-B83D-D965B15F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Siyah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 = after − before</a:t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+0.30’den +0.80’e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Beyaz: 50 cp kazanç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Siyah: 50 cp kayıp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1CA8A-A6D0-4554-8916-D740337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beyaz perspektifinde tutulur; loss hesabı hamleyi yapan oyuncuya göre yön değiştirir.</a:t>
            </a:r>
          </a:p>
        </p:txBody>
      </p:sp>
    </p:spTree>
    <p:extLst>
      <p:ext uri="{BB962C8B-B14F-4D97-AF65-F5344CB8AC3E}">
        <p14:creationId xmlns:p14="http://schemas.microsoft.com/office/powerpoint/2010/main" val="10839925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EC59A-C36D-4DCA-812E-10EE218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4C2EC-BFF0-4C59-911E-56A35CAE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loss’tan hamle sınıfına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536CB-A449-4D96-90B6-578D3520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0–10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A0F1C-DC26-4958-95F3-9000F2C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56144-3D84-4536-8155-C3282AB8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çok güçlü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710A3-74D6-420C-909A-23A26E13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11–50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BB2D9-690A-4A23-8FBC-39FEB75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907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7035-4663-4866-BC1C-F8CF0A59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4A901-BA79-496C-9695-9CC16B9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51–100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E678-5043-4945-A06B-6EFBC63C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46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6006F-C3A0-4C75-B4B0-22B27B0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4EE7D-B821-4B46-9E45-7D2FFB77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101–200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B7699-7169-472E-8054-2E2B5926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mistake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D564-6DC3-4678-8529-061804D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050FF-E10E-41BF-BAA4-AE332343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201+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48869-5318-4DA9-B681-BF99CA09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624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blunder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80626-0E35-44F9-A08C-DE902AB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ciddi kayıp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58BCB-9405-45EE-A86E-922A562A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Eşikler ürün kararlarıdır; motorun doğal gerçeği değildir.</a:t>
            </a:r>
          </a:p>
        </p:txBody>
      </p:sp>
    </p:spTree>
    <p:extLst>
      <p:ext uri="{BB962C8B-B14F-4D97-AF65-F5344CB8AC3E}">
        <p14:creationId xmlns:p14="http://schemas.microsoft.com/office/powerpoint/2010/main" val="11346758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4B19B-5535-4015-B788-7A642C2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C8719-EE0A-45EC-A4B2-F8CE6EC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Mate skorları ayrı sınıflandırılır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C282B-4A6C-42AB-80BB-A9366C8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Normal skor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cp → 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hesabı yapılır.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C9E97-7141-457A-8595-8D55625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geçişi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→ cp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cp → 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blunder veya forced mate sonucu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olarak sınıflandırılır.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4D9F4-2EF1-4BE3-ADDA-91512AF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Mate’i 100000 centipawn gibi sahte bir sayıya çevirip normal loss hesabına sokmuyoruz.</a:t>
            </a:r>
          </a:p>
        </p:txBody>
      </p:sp>
    </p:spTree>
    <p:extLst>
      <p:ext uri="{BB962C8B-B14F-4D97-AF65-F5344CB8AC3E}">
        <p14:creationId xmlns:p14="http://schemas.microsoft.com/office/powerpoint/2010/main" val="18975418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D3133-D415-46D8-BA15-B30433D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9DF3-CEFB-4145-806A-1640EDA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573F7-E4A4-4A7B-ADDC-0043127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8AE9A-B808-4944-9AE0-0AC98C6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7A931-A4B9-4FF5-BF6B-1D265210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kind + value + pv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1734-8C2F-4975-80C2-095F45F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8F3A-6E74-4D37-8185-D5145D8F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Perspective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B9E90-ADF4-4006-8540-A06B7708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white / black mover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F6C14-0F32-4387-BF35-A19F01F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BCDD0-AA88-4E6D-A524-ACE6C16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C0F8A-609F-4607-B3BA-311C062F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337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loss veya mate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6BB87-DB83-4018-ACD7-25F631A8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0C768-390A-4ECD-8AAA-9F46D0D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67114-6D97-462A-9284-8D1F091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best → blunder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0EC1-5142-4A7C-B243-9392A1F1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C84BF-F049-4BD3-8E58-A26334E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4CD4F-37D6-434E-BCB7-777E179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005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validated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2102401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0CA3A-A881-4C4D-B5F0-896A70A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8A9EF-590F-4039-8C90-F647C61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6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182DD-DD2F-4BD4-AB9C-D9F6277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 motor skorunu, oyuncu perspektifine göre anlamlandırılmış ve test edilebilir bir move analysis’e çevirebilirsin.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899A-5DF1-4699-A596-2D4285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“Centipawn loss’u hamleyi yapan oyuncunun perspektifinde hesaplıyor, mate geçişlerini ayrı sınıflandırıyor ve LLM’e yalnızca doğrulanmış analysis DTO’su gönderiyorum.”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0601B-12F5-4A67-8C31-D3435554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Coach prompt, structured output ve LLM validation</a:t>
            </a:r>
          </a:p>
        </p:txBody>
      </p:sp>
    </p:spTree>
    <p:extLst>
      <p:ext uri="{BB962C8B-B14F-4D97-AF65-F5344CB8AC3E}">
        <p14:creationId xmlns:p14="http://schemas.microsoft.com/office/powerpoint/2010/main" val="163519084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DEEBD-8097-4459-B4F8-7046BB27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 katmanı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55B6-2DA4-4B3D-A7AD-390E139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sonucunu değiştirmeden, insana anlaşılır hale getirmek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DC9E6-5BEF-4748-A483-B9B945A6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7 · Prompt, JSON output ve validation</a:t>
            </a:r>
          </a:p>
        </p:txBody>
      </p:sp>
    </p:spTree>
    <p:extLst>
      <p:ext uri="{BB962C8B-B14F-4D97-AF65-F5344CB8AC3E}">
        <p14:creationId xmlns:p14="http://schemas.microsoft.com/office/powerpoint/2010/main" val="52750068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E289E-42B3-4EA0-B537-1EF4C9B4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7E669-9570-4D6D-8A91-BB3BC14D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katmanının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3E285-32B1-4348-B63E-188F8F4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LLM’e verilen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güvenilir veriler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76068-0CAD-45C5-BC4A-119E02BD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LLM’in görevi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Bu veriyi değiştirmeden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Türkçe açıklamak.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skorunu üretmemek.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Hamleyi yeniden değerlendirmemek.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34C90-29FD-473A-AB18-9FE3DAB9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hesaplar; LLM açıklamayı üretir.</a:t>
            </a:r>
          </a:p>
        </p:txBody>
      </p:sp>
    </p:spTree>
    <p:extLst>
      <p:ext uri="{BB962C8B-B14F-4D97-AF65-F5344CB8AC3E}">
        <p14:creationId xmlns:p14="http://schemas.microsoft.com/office/powerpoint/2010/main" val="2987429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257AE-4ADF-46F9-AE9C-FA68B6E0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EFC7D-E72E-4498-AD95-CA33787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Prompt’a ne gönderiyoruz?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7DC58-B427-4D1E-A21A-EE7585F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İzin verilen alanlar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mover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evaluationBefore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evaluationAfter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lossInCentipawns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9E24C-2705-4C9C-841D-DB0A4AD6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Neden allowlist?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Gereksiz bağlamı azaltır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injection yüzeyini daraltır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edilebilirliği artırır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Modelin rolünü sınırlar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1576A-DBFD-4DF7-BE59-A2E66A1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LLM’e ham FEN veya istemci iddiası değil, backend’in ürettiği DTO gider.</a:t>
            </a:r>
          </a:p>
        </p:txBody>
      </p:sp>
    </p:spTree>
    <p:extLst>
      <p:ext uri="{BB962C8B-B14F-4D97-AF65-F5344CB8AC3E}">
        <p14:creationId xmlns:p14="http://schemas.microsoft.com/office/powerpoint/2010/main" val="182879306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9E1B2-C584-45FF-A536-7B58B1C8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9A22C-8569-472D-9B1E-00391E03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Structured output neden gerekli?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9DE2E-1699-4C18-88E9-D8551C0B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Serbest metin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“Bence bu hamle biraz kötü...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Belki d4 oynanabilirdi...”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Parsing ve UI güveni zayıf.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2919-94E2-441F-B088-2EE9DE44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sözleşmesi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summary,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explanation,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lesson,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confidence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Validation yapılabilir.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D270E-B742-44CF-BDE5-60A1BFC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UI, modelin cümlesini değil, doğrulanmış response schema’sını tüketir.</a:t>
            </a:r>
          </a:p>
        </p:txBody>
      </p:sp>
    </p:spTree>
    <p:extLst>
      <p:ext uri="{BB962C8B-B14F-4D97-AF65-F5344CB8AC3E}">
        <p14:creationId xmlns:p14="http://schemas.microsoft.com/office/powerpoint/2010/main" val="102958480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DB2B1-025C-494C-B8F2-51EF7D6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D5D9C-8D70-4DBA-B253-60DA7123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 cevabı güvenilir değilse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43AD5-9262-4D08-AEBB-D193B335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E44E7-2EC7-4296-AE5B-26303AD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HTTP timeout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B02FD-B48D-42AD-A123-2F1C2CC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668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29AA8-6220-4766-8E79-AE4F74C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F5949-E432-4800-A75D-95F93870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parse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EB95F-E6A9-4260-A4FB-74262CCE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51DF1-9D0E-4B8E-9E47-03C2488E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0D3A2-AD32-4FEE-B215-7E2D2F93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Alan eksik veya yanlış tip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DAE6B-3F7E-4F9A-82F3-FF4AF263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02676-3CD4-4864-BC0F-4E03E51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3BD6B-B25D-4B5F-88C7-40864D0C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Confidence geçersiz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4B212-E09A-4352-A140-B26194E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3C910-39EA-4931-9B45-FD0D482C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9F2D3-C564-47B0-985F-49AF43E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Geçerli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CF00C-D64B-4BA9-8D59-9CA3534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005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UI’ye gönder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F2B77-5A03-4879-8416-0DCD8839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kullanılamıyor diye satranç state’i veya motor analizi bozulmamalı.</a:t>
            </a:r>
          </a:p>
        </p:txBody>
      </p:sp>
    </p:spTree>
    <p:extLst>
      <p:ext uri="{BB962C8B-B14F-4D97-AF65-F5344CB8AC3E}">
        <p14:creationId xmlns:p14="http://schemas.microsoft.com/office/powerpoint/2010/main" val="25416543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B13B3-A4B0-4E38-B956-84E085E0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C83D9-19AC-4F17-AA9B-266019B3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Grounding, RAG ve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62370-9A3C-4643-92F0-3D8E01E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MVP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hesaplar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prompt context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LLM açıklar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Retrieval yok.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8FA67-53A9-448D-A0CE-8F1E1A7D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İleride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Eski oyunlar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öğretim materyali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benzer pozisyonlar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Arama +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98496-860D-4D28-9A43-CA7BB9FC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571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 mu?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Anlaşılır mı?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Tutarlı mı?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Maliyeti ne?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C9271-7679-4927-B8CC-D26EE90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RAG bağlam getirir; evaluation sistemin iyi çalışıp çalışmadığını ölçer.</a:t>
            </a:r>
          </a:p>
        </p:txBody>
      </p:sp>
    </p:spTree>
    <p:extLst>
      <p:ext uri="{BB962C8B-B14F-4D97-AF65-F5344CB8AC3E}">
        <p14:creationId xmlns:p14="http://schemas.microsoft.com/office/powerpoint/2010/main" val="93315277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B050-4CF1-4F94-A677-8CBD2DB7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E0FA6-DC83-469C-9E5C-3C5973B7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7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B776A-8311-4705-9A0F-A748FBD9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LLM’i serbest karar verici olarak değil, doğrulanmış analiz DTO’sunu açıklayan kontrollü bir katman olarak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22FDA-98E1-42C5-9BCE-3F301267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“LLM’e allowlist edilmiş structured context gönderiyor, JSON response’u validate ediyor ve model hatasında deterministic fallback kullanıyorum.”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B6D4E-3524-4DD3-B6D3-A8953A4F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Evaluation dataset ve AI quality ölçümü</a:t>
            </a:r>
          </a:p>
        </p:txBody>
      </p:sp>
    </p:spTree>
    <p:extLst>
      <p:ext uri="{BB962C8B-B14F-4D97-AF65-F5344CB8AC3E}">
        <p14:creationId xmlns:p14="http://schemas.microsoft.com/office/powerpoint/2010/main" val="56787102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86832-E6A9-4F60-BCB0-1F5538B1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sistemi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BC2B7-F2D7-46C3-BB24-5CB6FC8A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“Çalışıyor” demek yerine kaliteyi ölçmek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267ED-232B-455D-94CA-D404DE3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8 · Dataset, metrics ve regression</a:t>
            </a:r>
          </a:p>
        </p:txBody>
      </p:sp>
    </p:spTree>
    <p:extLst>
      <p:ext uri="{BB962C8B-B14F-4D97-AF65-F5344CB8AC3E}">
        <p14:creationId xmlns:p14="http://schemas.microsoft.com/office/powerpoint/2010/main" val="104521931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FB89C-37E2-4ECC-BBC6-B1DC664E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3FFE7-AE57-44FF-AEAB-74BF1E0B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Demo ile evaluation aynı şey değildir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C36D7-4E34-4226-B7D6-F288B120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pozisyonu oynattım.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Cevap güzel göründü.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örnek.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Seçim yanlılığı yüksek.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47DB3-3EC2-4AB1-A5DE-B370CF33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Tanımlı örnek seti.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Beklenen sonuç.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Tekrarlanabilir ölçüm.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Regression yakalar.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EAA9B-A145-42D7-A309-60EB055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Bir örnek iyi sonuç verebilir; dataset sistemin genel davranışını gösterir.</a:t>
            </a:r>
          </a:p>
        </p:txBody>
      </p:sp>
    </p:spTree>
    <p:extLst>
      <p:ext uri="{BB962C8B-B14F-4D97-AF65-F5344CB8AC3E}">
        <p14:creationId xmlns:p14="http://schemas.microsoft.com/office/powerpoint/2010/main" val="162330641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3575E-2FB7-4119-B62A-DFE35DC8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30FA1-5073-4BCD-B380-7BE1926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evaluation örneği neleri içerir?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4900E-A1A0-4CE0-A913-B6470145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096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id: "opening-blunder-001",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fenBefore: "...",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playedMove: "e2e4",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engineEvaluation: { kind: "centipawn", value: -80 },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expectedClass: "inaccuracy",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expectedLesson: "...",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tags: ["opening", "center"]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86152-DABD-44DA-960A-94B0DD12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Test örneği yalnızca prompt değil, doğrulanabilir beklenen davranış taşır.</a:t>
            </a:r>
          </a:p>
        </p:txBody>
      </p:sp>
    </p:spTree>
    <p:extLst>
      <p:ext uri="{BB962C8B-B14F-4D97-AF65-F5344CB8AC3E}">
        <p14:creationId xmlns:p14="http://schemas.microsoft.com/office/powerpoint/2010/main" val="14245079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67FFB-B932-4835-B579-451B4752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E0FC7-C7BC-413D-9E20-EBFF7D47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Kaliteyi tek metrikle ölçemeyiz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21494-0FAB-48E9-BCE8-D0C37C44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C611B-DD5D-4FF7-AB30-1E834D2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 move ve score doğru mu?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C92F4-B9ED-4EB4-BD96-D4950B0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25EE5-45BE-4F9E-A34F-4F1672A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doğru sınıfa dönüştü mü?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AB6C0-D8EF-4B17-9491-2F6D8A18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Explanation fidelity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F58D1-3A3A-436B-9175-F8EAD3ED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motor sonucunu değiştirdi mi?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9BECF-B6FE-4769-9492-09EC87E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Pedagogy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B836B-A4E9-4764-8BD9-7755F03A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ne yapacağını anlayabiliyor mu?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A1DB3-F8EA-492C-9910-9A31AF1D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9E454-6905-4E0B-8585-E75DF133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Timeout, fallback ve schema davranışı?</a:t>
            </a:r>
          </a:p>
        </p:txBody>
      </p:sp>
    </p:spTree>
    <p:extLst>
      <p:ext uri="{BB962C8B-B14F-4D97-AF65-F5344CB8AC3E}">
        <p14:creationId xmlns:p14="http://schemas.microsoft.com/office/powerpoint/2010/main" val="135527444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E557E-39EC-48B5-8047-B45D46C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2149A-4162-48C6-A9B4-9F829F77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Neyi otomatik, neyi insanla ölçeriz?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11A91-4ED2-4B01-B748-7F01677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Deterministic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doğru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 legal mi?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 eşiklere uyuyor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schema geçerli 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07A8A-3098-48CC-8C4F-5B741369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Açıklama anlaşılır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Ton yargılayıcı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Ders uygulanabilir mi?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Oyuncu seviyesine uygun mu?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B8CCC-27A2-48F6-B036-8C3A7450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LLM-as-judge yardımcı olabilir; insan örneklem kontrolü gerekir.</a:t>
            </a:r>
          </a:p>
        </p:txBody>
      </p:sp>
    </p:spTree>
    <p:extLst>
      <p:ext uri="{BB962C8B-B14F-4D97-AF65-F5344CB8AC3E}">
        <p14:creationId xmlns:p14="http://schemas.microsoft.com/office/powerpoint/2010/main" val="23058638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55505-7275-4212-9FAC-C6628878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D25BB-F5C4-43AE-B26C-0CA6153B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 ve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EAFAC-6992-4FD9-8000-B11166A8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8CAC6-398D-4C2A-91CB-6FFA60E6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Dataset’i sabitle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A6356-0B3B-40CF-808E-B407726B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version + seed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8C9E5-713E-4C7C-8FA7-A703F46E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31EF6-BB1B-4A67-980E-32A63A00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örneği çalıştır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15CAE-5848-4413-8E22-ADF38FFB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+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1D07E-3106-4652-98F7-70576A40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39255-508F-48B8-A879-B5ACA884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Metrikleri hesapla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5CCFC-A55F-4435-A6E4-D1CF92BC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3372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accuracy, pass rate,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8F2D8-A5C0-49E1-A4DE-901B71CD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BB658-CC62-4E99-A8C7-50549929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Önceki sürümle karşılaştır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9A1BE-1AFF-44E9-BD78-C696C227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regression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0FC5A-8C83-460C-90DB-3D1A2EFD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6507A-F5B6-47E2-BFA9-D27066A7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CI’da eşik uygula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7F9BA-30D3-4CEB-8E0B-CC85EF88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fail veya review</a:t>
            </a:r>
          </a:p>
        </p:txBody>
      </p:sp>
    </p:spTree>
    <p:extLst>
      <p:ext uri="{BB962C8B-B14F-4D97-AF65-F5344CB8AC3E}">
        <p14:creationId xmlns:p14="http://schemas.microsoft.com/office/powerpoint/2010/main" val="41987495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69794-2651-4598-B4E1-563E3F7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A84EB-F750-4B31-902F-FA3DC544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8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63CBA-5360-4D24-A429-DED325E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özelliğini örnek göstererek değil, tanımlı dataset ve metriklerle değerlendirebilirsin.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45F4C-67A3-4E72-BF4D-2F9D930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“Engine doğruluğunu deterministic testlerle, coach kalitesini rubric ve insan örneklemiyle ölçüp regression sonuçlarını CI’da takip ederim.”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76499-6511-4B27-987B-76442272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Docker, CI/CD ve deployment</a:t>
            </a:r>
          </a:p>
        </p:txBody>
      </p:sp>
    </p:spTree>
    <p:extLst>
      <p:ext uri="{BB962C8B-B14F-4D97-AF65-F5344CB8AC3E}">
        <p14:creationId xmlns:p14="http://schemas.microsoft.com/office/powerpoint/2010/main" val="142321753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4413-5A9C-4F16-8444-2235BD69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Docker, CI/CD ve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D567F-40F0-4097-B27B-8EB98DB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makinemde çalışmasından servisin teslimine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76AF1-23A2-4F54-99A5-EAF94E71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9 · Paketleme, otomasyon ve operasyon</a:t>
            </a:r>
          </a:p>
        </p:txBody>
      </p:sp>
    </p:spTree>
    <p:extLst>
      <p:ext uri="{BB962C8B-B14F-4D97-AF65-F5344CB8AC3E}">
        <p14:creationId xmlns:p14="http://schemas.microsoft.com/office/powerpoint/2010/main" val="182428606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B105A-2CBA-49AA-97B3-948A4660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0C622-D908-4EF3-8A31-B5786BA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Neden paketleme ve teslimat öğrenmeliyiz?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CA104-9ACC-4008-86A2-5CE82F97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Yerel makine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sürümü farklı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yolu farklı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Çevre değişkeni eksik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‘Bende çalışıyor’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56C81-83A2-4A0B-8B1F-04126D70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Teslim edilebilir servis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Sabit runtime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Açık config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Otomatik test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Health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→ Tekrarlanabilir davranış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48303-0438-4877-A580-A23F63D3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Container çözümün tamamı değildir; ortam farkını azaltan bir sözleşmedir.</a:t>
            </a:r>
          </a:p>
        </p:txBody>
      </p:sp>
    </p:spTree>
    <p:extLst>
      <p:ext uri="{BB962C8B-B14F-4D97-AF65-F5344CB8AC3E}">
        <p14:creationId xmlns:p14="http://schemas.microsoft.com/office/powerpoint/2010/main" val="206076235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091BF-B988-4ED4-B0BE-351D83D5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35FA4-69D4-4C59-83C7-69DCEBCA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Dockerfile neyi garanti eder, neyi etmez?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8EF4E-BD2A-4E2F-BE6D-8EB66F1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0482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 python:3.12-slim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WORKDIR /app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COPY requirements.txt .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RUN pip install -r requirements.txt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COPY backend ./backend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CMD ["uvicorn", "backend.main:app"]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C801D-9E5D-4F8C-9244-5FC1EC8D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Garanti eder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temel image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install adımı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start komutu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8994E-08F8-4849-BF6A-7ECF8DC7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Garanti etmez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doğru secret yönetimi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Stockfish binary erişimi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güvenli production config</a:t>
            </a:r>
          </a:p>
        </p:txBody>
      </p:sp>
    </p:spTree>
    <p:extLst>
      <p:ext uri="{BB962C8B-B14F-4D97-AF65-F5344CB8AC3E}">
        <p14:creationId xmlns:p14="http://schemas.microsoft.com/office/powerpoint/2010/main" val="160269838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615C2-D4B7-47AA-A577-2DF5EB99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EF655-68AC-4AD5-B867-95D31A11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Development, test ve production aynı değildir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E2677-7C77-46C5-879F-5A35FD5A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EFDB3-F0E8-4546-8216-88505E47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hot reload, kolay log, mock izinli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D032A-9A5C-4FD9-810C-85A87A92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5DC38-ECA9-4C6A-90FC-27E9528F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deterministic fixture, gerçek validation, izole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D85F6-F71E-49FE-9A87-9EA4561F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400E9-F719-4BE9-8143-0C4DC486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dışarıdan, timeout, health check, sınırlı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1EC13-9F7E-401D-A0AB-764439D6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Config’i koddan ayırmak, aynı uygulamayı farklı ortamlarda güvenle çalıştırmanın temelidir.</a:t>
            </a:r>
          </a:p>
        </p:txBody>
      </p:sp>
    </p:spTree>
    <p:extLst>
      <p:ext uri="{BB962C8B-B14F-4D97-AF65-F5344CB8AC3E}">
        <p14:creationId xmlns:p14="http://schemas.microsoft.com/office/powerpoint/2010/main" val="30383575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C7ACF-08DC-49D6-B826-7816418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10A93-C745-4219-B3BE-7AF4615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CI pipeline: merge olmadan hangi kapılardan geçeriz?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B42B2-D9AD-4A7E-A05A-74657E7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1DA12-98F6-4662-8D48-D3EFC53B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192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Install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7519-41C1-46DA-9C5D-662814F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requirements + cache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BE101-2327-48DB-8982-8D0EED08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97649-898A-45E7-A935-C3928688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622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Lint / type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AE315-525F-4E90-8264-3180F0C0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stil ve basit hatalar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30B87-EB0D-47A4-AC04-D6B4E9E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9C08E-13D2-447C-8FEF-F6CBD11C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Unit + contract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83B13-5CDD-4C39-8C8A-AD648914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validation, service,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C3DDC-A44E-4131-8153-4F19F5CC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EEC5D-78B4-49F1-92B0-50C69D0E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481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smoke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57512-51CF-419A-9B28-7A837CAC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küçük sabit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07050-5C09-4D35-BF27-3F394D27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BEF80-763E-4725-A0DE-E8D898F5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910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Build artifact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82E1C-CE1C-4B8A-AB94-98D66742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Docker image / receipt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2988E-5243-466E-A047-CA85A53B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sorunları production’da değil, değişiklik anında yakalamak.</a:t>
            </a:r>
          </a:p>
        </p:txBody>
      </p:sp>
    </p:spTree>
    <p:extLst>
      <p:ext uri="{BB962C8B-B14F-4D97-AF65-F5344CB8AC3E}">
        <p14:creationId xmlns:p14="http://schemas.microsoft.com/office/powerpoint/2010/main" val="80650623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C31BA-C095-493E-86D2-4FB9281B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928C3-3910-4D2B-BB1E-5F517D9F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Deployment sonrası da ürün devam eder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BD6F8-42F5-42E8-9678-D2CBE43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Health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GET /health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Uygulama ayakta mı?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erişilebilir mi?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Config tamam mı?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A8571-4CEC-47DA-B71A-242C378D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Gözlemlenebilirlik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request id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latency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timeout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fallback sayısı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oranı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FDDDD-5339-4B68-ADCE-DEB08179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sisteminde başarı: doğru cevap + kabul edilebilir gecikme + kontrollü hata davranışı.</a:t>
            </a:r>
          </a:p>
        </p:txBody>
      </p:sp>
    </p:spTree>
    <p:extLst>
      <p:ext uri="{BB962C8B-B14F-4D97-AF65-F5344CB8AC3E}">
        <p14:creationId xmlns:p14="http://schemas.microsoft.com/office/powerpoint/2010/main" val="169606286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03409-6D65-453C-A112-4FDED123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16842-2005-4C69-B14E-238EF0AB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9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F689D-8F97-4A71-8157-25F9A72E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özelliğini paketleyip test kapılarından geçirerek tekrarlanabilir bir servis olarak teslim edebilirsin.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6C04D-6B92-4EAE-984F-6340DCC1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“FastAPI servisini containerize edip CI’da test, evaluation smoke ve image build adımlarını çalıştırıyor; health check ve timeout davranışını gözlemliyorum.”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505C5-AD62-471E-9901-995E4270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Güvenlik, maliyet ve production guardrail’leri</a:t>
            </a:r>
          </a:p>
        </p:txBody>
      </p:sp>
    </p:spTree>
    <p:extLst>
      <p:ext uri="{BB962C8B-B14F-4D97-AF65-F5344CB8AC3E}">
        <p14:creationId xmlns:p14="http://schemas.microsoft.com/office/powerpoint/2010/main" val="111211703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C5F46-6F58-4519-9819-AA529026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Güvenlik, maliyet ve guardrail’ler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8638D-CD05-4B56-A6FE-42D8946B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İyi cevap kadar kontrollü davranış da ürün kalitesidir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C1944-DC48-4D85-8648-BE139579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10 · Input, model, secret ve operasyon sınırları</a:t>
            </a:r>
          </a:p>
        </p:txBody>
      </p:sp>
    </p:spTree>
    <p:extLst>
      <p:ext uri="{BB962C8B-B14F-4D97-AF65-F5344CB8AC3E}">
        <p14:creationId xmlns:p14="http://schemas.microsoft.com/office/powerpoint/2010/main" val="51114120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8E1FC-530C-48A0-9EBD-C7BD0C7A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32DB3-16FB-47AD-9B6F-FCD3C59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ChessLens’in saldırı ve hata yüzeyi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55994-E28B-47DB-B24D-4EB3B013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Kullanıcı girdisi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22F7A-76AF-4E85-A121-7F379782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FEN, aşırı uzun metin, beklenmeyen move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7D5C0-DDD8-453D-B831-46B5DEEC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süreci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F653E-4A96-49F2-B424-74FCF0E8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Yanlış binary yolu, timeout, process kaynak tüketimi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D35FC-59AC-4045-B36E-0D1B1F8B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 çağrısı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27739-9981-4C38-822F-65E44FD2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 injection, uydurma iddia, yüksek token maliyeti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38001-B50C-4ED1-A6E3-EF140CD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API ve loglar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7E28D-3AB9-43A0-AB8D-01100F0C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sızıntısı, hassas oyun verisi, sınırsız istek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E0F93-B7E4-4515-91E7-9CEF5C48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Risk listesi, hangi sınırda hangi kontrolün çalışacağını görünür kılar.</a:t>
            </a:r>
          </a:p>
        </p:txBody>
      </p:sp>
    </p:spTree>
    <p:extLst>
      <p:ext uri="{BB962C8B-B14F-4D97-AF65-F5344CB8AC3E}">
        <p14:creationId xmlns:p14="http://schemas.microsoft.com/office/powerpoint/2010/main" val="153128089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0ECF8-3D4A-4362-8655-F420B9C7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4DD39-7AB3-48C8-AB9F-FCA27A2A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Input validation ve prompt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6DC45-AD8B-4030-B357-5DF7831D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API katmanı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formatını doğrula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 id’yi sınırla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Metin uzunluğunu sınırla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Oyuncu girdisini etiketle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9DC03-87DF-4AB8-B0DC-D95D440E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katmanı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sonucunu allowlist yap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metnini talimat sayma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schema içindeki alanları üret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Belirsizlikte fallback kullan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AA93E-28D8-43CE-B2DA-53B972A2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Prompt, güvenlik sınırı değildir; server-side validation yine gerekir.</a:t>
            </a:r>
          </a:p>
        </p:txBody>
      </p:sp>
    </p:spTree>
    <p:extLst>
      <p:ext uri="{BB962C8B-B14F-4D97-AF65-F5344CB8AC3E}">
        <p14:creationId xmlns:p14="http://schemas.microsoft.com/office/powerpoint/2010/main" val="23517864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C910F-4E15-4D7F-BD87-C316F3FB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0E91C-E568-4225-98C9-931E770C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ve veri yönetimi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5CA11-DF45-4FAE-93DE-1DCA162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Kod deposu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3BED5-09DB-4A83-BA0D-E1F7ADE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key veya Stockfish path için secret commit etme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77D49-DA43-44C6-A6CE-3E1E8E82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Runtime 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78CE3-8C98-438D-87BD-0EC54FB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Environment variable veya secret store kullan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43238-CAEA-4BC3-974E-64D6F288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Loglar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305DA-913A-42A1-8F0B-BA5B252D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Prompt, token ve oyun verisini gerektiği kadar yaz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251BF-8A3D-4502-BF1E-56DFE8D9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80FDB-8B3D-4673-97E8-54F7C5C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002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Kullanıcıya internal path, stack trace veya secret döndürme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61AAC-720F-409F-A76E-F1B1E681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Minimum ilke: ihtiyaç kadar veri, kısa saklama süresi, açık erişim sınırı.</a:t>
            </a:r>
          </a:p>
        </p:txBody>
      </p:sp>
    </p:spTree>
    <p:extLst>
      <p:ext uri="{BB962C8B-B14F-4D97-AF65-F5344CB8AC3E}">
        <p14:creationId xmlns:p14="http://schemas.microsoft.com/office/powerpoint/2010/main" val="117594730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6AF8-B3F4-4A1B-ADE6-EE1BDE20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2E4D5-2F3B-4696-A153-A1A41D9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Maliyet ve gecikme guardrail’leri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22F13-ABF7-4A74-B7C1-8F50B919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Maliyeti oluşturanlar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token sayısı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sıklığı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analiz süresi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Tekrar denemeler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Ölçmeden optimize edemeyiz.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53DB2-A763-41EF-8087-24F593FD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İlk kontroller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max token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request timeout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retry limiti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cache adayı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model seçimi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Her kontrol ölçülebilir olmalı.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37641-9965-4E87-98D3-F68AEA31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 en ucuz sistemi kurmak değil, beklenen kaliteyi öngörülebilir maliyetle sunmak.</a:t>
            </a:r>
          </a:p>
        </p:txBody>
      </p:sp>
    </p:spTree>
    <p:extLst>
      <p:ext uri="{BB962C8B-B14F-4D97-AF65-F5344CB8AC3E}">
        <p14:creationId xmlns:p14="http://schemas.microsoft.com/office/powerpoint/2010/main" val="68796230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A8A8A-6F8F-4376-A488-FD52BFC5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21348-AC96-4BA4-9869-0CF3D0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Guardrail matrisi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FD575-38F6-4005-8075-E6F0F80D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0860-089D-4A63-A015-6916DA7A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Schema + length limit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47E13-08AC-48CD-AF88-5EB96A0A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716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400 hatası / güvenli ret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76C0B-294C-422A-BE89-1B46A35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34980-A6A6-46E0-8A9D-40982AC4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145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 + process cleanup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BEF19-34CC-4B0F-9D93-8A9FC4F9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145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+ teknik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64897-3D0C-40CE-BCB0-94EA5B49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D167A-1B02-4B01-8060-17DB8DE3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575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Structured output +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D2D5F-B158-4215-9B57-602BAEED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575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Deterministic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0016D-8734-43E1-8FD3-54A98ECD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8C570-9FD5-46EB-9FB1-4B6974B3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004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Token + request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5F182-3003-4221-BA07-F7058997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004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Rate limit / degrade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D7230-1B19-4ACA-AC6E-97BE2E68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434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92F21-E3D5-48D4-BBDB-FEE5F396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434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redaction + retention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CE7EE-0023-4357-954B-847CE0D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434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Erişimi kes / silme akışı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BCC9B-6F47-4F99-997E-D216072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Guardrail, risk ile kullanıcıya görünen hata davranışı arasındaki bağlantıdır.</a:t>
            </a:r>
          </a:p>
        </p:txBody>
      </p:sp>
    </p:spTree>
    <p:extLst>
      <p:ext uri="{BB962C8B-B14F-4D97-AF65-F5344CB8AC3E}">
        <p14:creationId xmlns:p14="http://schemas.microsoft.com/office/powerpoint/2010/main" val="150216535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6A84A-4751-47CF-89A2-FE6AEED7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713F2-5E1D-4AA5-9CD3-5853E2EA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10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5E395-98C1-4ABD-817C-594003F1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akışını yalnızca doğru cevap açısından değil, güvenlik, maliyet ve hata davranışı açısından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747DE-5A2C-4C71-A915-F21D34BF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“Input’u schema ile sınırlandırıyor, engine ve LLM timeout’larında güvenli fallback kullanıyor; token, latency ve hata oranını izleyerek guardrail’leri test ediyorum.”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D48CA-8A22-477C-B3FF-6AA01FB1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ChessLens MVP’yi uçtan uca birleştirmek</a:t>
            </a:r>
          </a:p>
        </p:txBody>
      </p:sp>
    </p:spTree>
    <p:extLst>
      <p:ext uri="{BB962C8B-B14F-4D97-AF65-F5344CB8AC3E}">
        <p14:creationId xmlns:p14="http://schemas.microsoft.com/office/powerpoint/2010/main" val="24412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2026-09-23T11:22:15.7150000Z</dcterms:created>
  <dcterms:modified xsi:type="dcterms:W3CDTF">2026-09-23T11:22:15.7150000Z</dcterms:modified>
</coreProperties>
</file>