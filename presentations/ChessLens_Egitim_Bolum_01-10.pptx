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715d498944a5b" /><Relationship Type="http://schemas.openxmlformats.org/officeDocument/2006/relationships/extended-properties" Target="/docProps/app.xml" Id="R8f34b345aadd4028" /><Relationship Type="http://schemas.openxmlformats.org/officeDocument/2006/relationships/officeDocument" Target="/ppt/presentation.xml" Id="Rbce38f71bd9b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ea63ec660941a0"/>
  </p:sldMasterIdLst>
  <p:notesMasterIdLst>
    <p:notesMasterId xmlns:r="http://schemas.openxmlformats.org/officeDocument/2006/relationships" r:id="Re20273e790af42d3"/>
  </p:notesMasterIdLst>
  <p:sldIdLst>
    <p:sldId xmlns:r="http://schemas.openxmlformats.org/officeDocument/2006/relationships" id="256" r:id="R993da66419fe409d"/>
    <p:sldId xmlns:r="http://schemas.openxmlformats.org/officeDocument/2006/relationships" id="257" r:id="Ra485709b86f94938"/>
    <p:sldId xmlns:r="http://schemas.openxmlformats.org/officeDocument/2006/relationships" id="258" r:id="Reb81df3fc1f84881"/>
    <p:sldId xmlns:r="http://schemas.openxmlformats.org/officeDocument/2006/relationships" id="259" r:id="R8bf16b8fea8f47ae"/>
    <p:sldId xmlns:r="http://schemas.openxmlformats.org/officeDocument/2006/relationships" id="260" r:id="Rec3d7eef34564b93"/>
    <p:sldId xmlns:r="http://schemas.openxmlformats.org/officeDocument/2006/relationships" id="261" r:id="Re1ce3e59ef1d4304"/>
    <p:sldId xmlns:r="http://schemas.openxmlformats.org/officeDocument/2006/relationships" id="262" r:id="Ra9d0990eba084978"/>
    <p:sldId xmlns:r="http://schemas.openxmlformats.org/officeDocument/2006/relationships" id="263" r:id="Rf561e58b3c194442"/>
    <p:sldId xmlns:r="http://schemas.openxmlformats.org/officeDocument/2006/relationships" id="264" r:id="Rfd9c7d5fdc9847dd"/>
    <p:sldId xmlns:r="http://schemas.openxmlformats.org/officeDocument/2006/relationships" id="265" r:id="R04bf00fb327d423e"/>
    <p:sldId xmlns:r="http://schemas.openxmlformats.org/officeDocument/2006/relationships" id="266" r:id="R4b0a277aa2e24a31"/>
    <p:sldId xmlns:r="http://schemas.openxmlformats.org/officeDocument/2006/relationships" id="267" r:id="R91e4d829221140fe"/>
    <p:sldId xmlns:r="http://schemas.openxmlformats.org/officeDocument/2006/relationships" id="268" r:id="R83f35d32d311412d"/>
    <p:sldId xmlns:r="http://schemas.openxmlformats.org/officeDocument/2006/relationships" id="269" r:id="R04d03f2d6145460d"/>
    <p:sldId xmlns:r="http://schemas.openxmlformats.org/officeDocument/2006/relationships" id="270" r:id="R6e5479d310b94e7f"/>
    <p:sldId xmlns:r="http://schemas.openxmlformats.org/officeDocument/2006/relationships" id="271" r:id="R039a4e891500464d"/>
    <p:sldId xmlns:r="http://schemas.openxmlformats.org/officeDocument/2006/relationships" id="272" r:id="Ra0e4244e7bfb4a25"/>
    <p:sldId xmlns:r="http://schemas.openxmlformats.org/officeDocument/2006/relationships" id="273" r:id="Rc72b34852d1d4564"/>
    <p:sldId xmlns:r="http://schemas.openxmlformats.org/officeDocument/2006/relationships" id="274" r:id="R6af97502d3a9412e"/>
    <p:sldId xmlns:r="http://schemas.openxmlformats.org/officeDocument/2006/relationships" id="275" r:id="Rf1d4aaf00003421a"/>
    <p:sldId xmlns:r="http://schemas.openxmlformats.org/officeDocument/2006/relationships" id="276" r:id="R726e5f4c22864769"/>
    <p:sldId xmlns:r="http://schemas.openxmlformats.org/officeDocument/2006/relationships" id="277" r:id="Ra0951c6b129e4666"/>
    <p:sldId xmlns:r="http://schemas.openxmlformats.org/officeDocument/2006/relationships" id="278" r:id="Ra8d168c8e5044307"/>
    <p:sldId xmlns:r="http://schemas.openxmlformats.org/officeDocument/2006/relationships" id="279" r:id="R8aa91dd20ac041b3"/>
    <p:sldId xmlns:r="http://schemas.openxmlformats.org/officeDocument/2006/relationships" id="280" r:id="R7f3cdb57e5124f24"/>
    <p:sldId xmlns:r="http://schemas.openxmlformats.org/officeDocument/2006/relationships" id="281" r:id="Rcb5be6ddead24a7a"/>
    <p:sldId xmlns:r="http://schemas.openxmlformats.org/officeDocument/2006/relationships" id="282" r:id="Rf3484f1969ab49f5"/>
    <p:sldId xmlns:r="http://schemas.openxmlformats.org/officeDocument/2006/relationships" id="283" r:id="R7894fd01aa454daf"/>
    <p:sldId xmlns:r="http://schemas.openxmlformats.org/officeDocument/2006/relationships" id="284" r:id="Rf806cb9a816540f8"/>
    <p:sldId xmlns:r="http://schemas.openxmlformats.org/officeDocument/2006/relationships" id="285" r:id="Rbd10235fe495480f"/>
    <p:sldId xmlns:r="http://schemas.openxmlformats.org/officeDocument/2006/relationships" id="286" r:id="R4183988dcf514cd0"/>
    <p:sldId xmlns:r="http://schemas.openxmlformats.org/officeDocument/2006/relationships" id="287" r:id="Ra19af5a884f34216"/>
    <p:sldId xmlns:r="http://schemas.openxmlformats.org/officeDocument/2006/relationships" id="288" r:id="Ra02093dfcd984d07"/>
    <p:sldId xmlns:r="http://schemas.openxmlformats.org/officeDocument/2006/relationships" id="289" r:id="R2d5c9d9d32844b55"/>
    <p:sldId xmlns:r="http://schemas.openxmlformats.org/officeDocument/2006/relationships" id="290" r:id="Ra563c97ff4384f4b"/>
    <p:sldId xmlns:r="http://schemas.openxmlformats.org/officeDocument/2006/relationships" id="291" r:id="Rfbf919d1c9f9477f"/>
    <p:sldId xmlns:r="http://schemas.openxmlformats.org/officeDocument/2006/relationships" id="292" r:id="Ra5924a2c28ce4067"/>
    <p:sldId xmlns:r="http://schemas.openxmlformats.org/officeDocument/2006/relationships" id="293" r:id="R1daf746229ab4440"/>
    <p:sldId xmlns:r="http://schemas.openxmlformats.org/officeDocument/2006/relationships" id="294" r:id="R174ebac4e0ee4444"/>
    <p:sldId xmlns:r="http://schemas.openxmlformats.org/officeDocument/2006/relationships" id="295" r:id="Rd99b300c69984018"/>
    <p:sldId xmlns:r="http://schemas.openxmlformats.org/officeDocument/2006/relationships" id="296" r:id="R0a5f3ae9e5ff456e"/>
    <p:sldId xmlns:r="http://schemas.openxmlformats.org/officeDocument/2006/relationships" id="297" r:id="R3f2e1816b244411a"/>
    <p:sldId xmlns:r="http://schemas.openxmlformats.org/officeDocument/2006/relationships" id="298" r:id="Rc0f970130dda40f3"/>
    <p:sldId xmlns:r="http://schemas.openxmlformats.org/officeDocument/2006/relationships" id="299" r:id="R8c5a865290e74986"/>
    <p:sldId xmlns:r="http://schemas.openxmlformats.org/officeDocument/2006/relationships" id="300" r:id="R0a6661bd0aed4ecc"/>
    <p:sldId xmlns:r="http://schemas.openxmlformats.org/officeDocument/2006/relationships" id="301" r:id="R6de56c24b54043d8"/>
    <p:sldId xmlns:r="http://schemas.openxmlformats.org/officeDocument/2006/relationships" id="302" r:id="Rd6441aa25dc046ae"/>
    <p:sldId xmlns:r="http://schemas.openxmlformats.org/officeDocument/2006/relationships" id="303" r:id="Rc6959e0f4aff4a8e"/>
    <p:sldId xmlns:r="http://schemas.openxmlformats.org/officeDocument/2006/relationships" id="304" r:id="R4ab1406f8e0e40b5"/>
    <p:sldId xmlns:r="http://schemas.openxmlformats.org/officeDocument/2006/relationships" id="305" r:id="Rdc02f2dedced49f4"/>
    <p:sldId xmlns:r="http://schemas.openxmlformats.org/officeDocument/2006/relationships" id="306" r:id="R8d43cc102ab6417b"/>
    <p:sldId xmlns:r="http://schemas.openxmlformats.org/officeDocument/2006/relationships" id="307" r:id="R64b811ccb7d14fca"/>
    <p:sldId xmlns:r="http://schemas.openxmlformats.org/officeDocument/2006/relationships" id="308" r:id="R1d1b8d39851d4407"/>
    <p:sldId xmlns:r="http://schemas.openxmlformats.org/officeDocument/2006/relationships" id="309" r:id="Rd5e49c089aef48b6"/>
    <p:sldId xmlns:r="http://schemas.openxmlformats.org/officeDocument/2006/relationships" id="310" r:id="R1b547ff022e74773"/>
    <p:sldId xmlns:r="http://schemas.openxmlformats.org/officeDocument/2006/relationships" id="311" r:id="Red447c7efa834cad"/>
    <p:sldId xmlns:r="http://schemas.openxmlformats.org/officeDocument/2006/relationships" id="312" r:id="Rcfc412e650ff44b2"/>
    <p:sldId xmlns:r="http://schemas.openxmlformats.org/officeDocument/2006/relationships" id="313" r:id="R2dfd85b797254417"/>
    <p:sldId xmlns:r="http://schemas.openxmlformats.org/officeDocument/2006/relationships" id="314" r:id="R49753b709240401e"/>
    <p:sldId xmlns:r="http://schemas.openxmlformats.org/officeDocument/2006/relationships" id="315" r:id="Rb351652b7eb24619"/>
    <p:sldId xmlns:r="http://schemas.openxmlformats.org/officeDocument/2006/relationships" id="316" r:id="R1474e81fc66f4e9d"/>
    <p:sldId xmlns:r="http://schemas.openxmlformats.org/officeDocument/2006/relationships" id="317" r:id="R9d6315eea95945bd"/>
    <p:sldId xmlns:r="http://schemas.openxmlformats.org/officeDocument/2006/relationships" id="318" r:id="R548b7b1b950e4b4d"/>
    <p:sldId xmlns:r="http://schemas.openxmlformats.org/officeDocument/2006/relationships" id="319" r:id="R317b144b800f49b1"/>
    <p:sldId xmlns:r="http://schemas.openxmlformats.org/officeDocument/2006/relationships" id="320" r:id="R3a07818b70704c9a"/>
    <p:sldId xmlns:r="http://schemas.openxmlformats.org/officeDocument/2006/relationships" id="321" r:id="R41acdcdf45b54539"/>
    <p:sldId xmlns:r="http://schemas.openxmlformats.org/officeDocument/2006/relationships" id="322" r:id="R1ced4c2b8ddc477e"/>
    <p:sldId xmlns:r="http://schemas.openxmlformats.org/officeDocument/2006/relationships" id="323" r:id="R88eeec7340634dea"/>
    <p:sldId xmlns:r="http://schemas.openxmlformats.org/officeDocument/2006/relationships" id="324" r:id="Rd9f8712ffcd94288"/>
    <p:sldId xmlns:r="http://schemas.openxmlformats.org/officeDocument/2006/relationships" id="325" r:id="Rb2aa0e13db0242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fc51cc679d44fb" /><Relationship Type="http://schemas.openxmlformats.org/officeDocument/2006/relationships/slideMaster" Target="/ppt/slideMasters/slideMaster1.xml" Id="R86ea63ec660941a0" /><Relationship Type="http://schemas.openxmlformats.org/officeDocument/2006/relationships/notesMaster" Target="/ppt/notesMasters/notesMaster1.xml" Id="Re20273e790af42d3" /><Relationship Type="http://schemas.openxmlformats.org/officeDocument/2006/relationships/presProps" Target="/ppt/presProps.xml" Id="R077015c53989467f" /><Relationship Type="http://schemas.openxmlformats.org/officeDocument/2006/relationships/tableStyles" Target="/ppt/tableStyles.xml" Id="Ra80a71424112478b" /><Relationship Type="http://schemas.openxmlformats.org/officeDocument/2006/relationships/slide" Target="/ppt/slides/slide1.xml" Id="R993da66419fe409d" /><Relationship Type="http://schemas.openxmlformats.org/officeDocument/2006/relationships/slide" Target="/ppt/slides/slide2.xml" Id="Ra485709b86f94938" /><Relationship Type="http://schemas.openxmlformats.org/officeDocument/2006/relationships/slide" Target="/ppt/slides/slide3.xml" Id="Reb81df3fc1f84881" /><Relationship Type="http://schemas.openxmlformats.org/officeDocument/2006/relationships/slide" Target="/ppt/slides/slide4.xml" Id="R8bf16b8fea8f47ae" /><Relationship Type="http://schemas.openxmlformats.org/officeDocument/2006/relationships/slide" Target="/ppt/slides/slide5.xml" Id="Rec3d7eef34564b93" /><Relationship Type="http://schemas.openxmlformats.org/officeDocument/2006/relationships/slide" Target="/ppt/slides/slide6.xml" Id="Re1ce3e59ef1d4304" /><Relationship Type="http://schemas.openxmlformats.org/officeDocument/2006/relationships/slide" Target="/ppt/slides/slide7.xml" Id="Ra9d0990eba084978" /><Relationship Type="http://schemas.openxmlformats.org/officeDocument/2006/relationships/slide" Target="/ppt/slides/slide8.xml" Id="Rf561e58b3c194442" /><Relationship Type="http://schemas.openxmlformats.org/officeDocument/2006/relationships/slide" Target="/ppt/slides/slide9.xml" Id="Rfd9c7d5fdc9847dd" /><Relationship Type="http://schemas.openxmlformats.org/officeDocument/2006/relationships/slide" Target="/ppt/slides/slide10.xml" Id="R04bf00fb327d423e" /><Relationship Type="http://schemas.openxmlformats.org/officeDocument/2006/relationships/slide" Target="/ppt/slides/slide11.xml" Id="R4b0a277aa2e24a31" /><Relationship Type="http://schemas.openxmlformats.org/officeDocument/2006/relationships/slide" Target="/ppt/slides/slide12.xml" Id="R91e4d829221140fe" /><Relationship Type="http://schemas.openxmlformats.org/officeDocument/2006/relationships/slide" Target="/ppt/slides/slide13.xml" Id="R83f35d32d311412d" /><Relationship Type="http://schemas.openxmlformats.org/officeDocument/2006/relationships/slide" Target="/ppt/slides/slide14.xml" Id="R04d03f2d6145460d" /><Relationship Type="http://schemas.openxmlformats.org/officeDocument/2006/relationships/slide" Target="/ppt/slides/slide15.xml" Id="R6e5479d310b94e7f" /><Relationship Type="http://schemas.openxmlformats.org/officeDocument/2006/relationships/slide" Target="/ppt/slides/slide16.xml" Id="R039a4e891500464d" /><Relationship Type="http://schemas.openxmlformats.org/officeDocument/2006/relationships/slide" Target="/ppt/slides/slide17.xml" Id="Ra0e4244e7bfb4a25" /><Relationship Type="http://schemas.openxmlformats.org/officeDocument/2006/relationships/slide" Target="/ppt/slides/slide18.xml" Id="Rc72b34852d1d4564" /><Relationship Type="http://schemas.openxmlformats.org/officeDocument/2006/relationships/slide" Target="/ppt/slides/slide19.xml" Id="R6af97502d3a9412e" /><Relationship Type="http://schemas.openxmlformats.org/officeDocument/2006/relationships/slide" Target="/ppt/slides/slide20.xml" Id="Rf1d4aaf00003421a" /><Relationship Type="http://schemas.openxmlformats.org/officeDocument/2006/relationships/slide" Target="/ppt/slides/slide21.xml" Id="R726e5f4c22864769" /><Relationship Type="http://schemas.openxmlformats.org/officeDocument/2006/relationships/slide" Target="/ppt/slides/slide22.xml" Id="Ra0951c6b129e4666" /><Relationship Type="http://schemas.openxmlformats.org/officeDocument/2006/relationships/slide" Target="/ppt/slides/slide23.xml" Id="Ra8d168c8e5044307" /><Relationship Type="http://schemas.openxmlformats.org/officeDocument/2006/relationships/slide" Target="/ppt/slides/slide24.xml" Id="R8aa91dd20ac041b3" /><Relationship Type="http://schemas.openxmlformats.org/officeDocument/2006/relationships/slide" Target="/ppt/slides/slide25.xml" Id="R7f3cdb57e5124f24" /><Relationship Type="http://schemas.openxmlformats.org/officeDocument/2006/relationships/slide" Target="/ppt/slides/slide26.xml" Id="Rcb5be6ddead24a7a" /><Relationship Type="http://schemas.openxmlformats.org/officeDocument/2006/relationships/slide" Target="/ppt/slides/slide27.xml" Id="Rf3484f1969ab49f5" /><Relationship Type="http://schemas.openxmlformats.org/officeDocument/2006/relationships/slide" Target="/ppt/slides/slide28.xml" Id="R7894fd01aa454daf" /><Relationship Type="http://schemas.openxmlformats.org/officeDocument/2006/relationships/slide" Target="/ppt/slides/slide29.xml" Id="Rf806cb9a816540f8" /><Relationship Type="http://schemas.openxmlformats.org/officeDocument/2006/relationships/slide" Target="/ppt/slides/slide30.xml" Id="Rbd10235fe495480f" /><Relationship Type="http://schemas.openxmlformats.org/officeDocument/2006/relationships/slide" Target="/ppt/slides/slide31.xml" Id="R4183988dcf514cd0" /><Relationship Type="http://schemas.openxmlformats.org/officeDocument/2006/relationships/slide" Target="/ppt/slides/slide32.xml" Id="Ra19af5a884f34216" /><Relationship Type="http://schemas.openxmlformats.org/officeDocument/2006/relationships/slide" Target="/ppt/slides/slide33.xml" Id="Ra02093dfcd984d07" /><Relationship Type="http://schemas.openxmlformats.org/officeDocument/2006/relationships/slide" Target="/ppt/slides/slide34.xml" Id="R2d5c9d9d32844b55" /><Relationship Type="http://schemas.openxmlformats.org/officeDocument/2006/relationships/slide" Target="/ppt/slides/slide35.xml" Id="Ra563c97ff4384f4b" /><Relationship Type="http://schemas.openxmlformats.org/officeDocument/2006/relationships/slide" Target="/ppt/slides/slide36.xml" Id="Rfbf919d1c9f9477f" /><Relationship Type="http://schemas.openxmlformats.org/officeDocument/2006/relationships/slide" Target="/ppt/slides/slide37.xml" Id="Ra5924a2c28ce4067" /><Relationship Type="http://schemas.openxmlformats.org/officeDocument/2006/relationships/slide" Target="/ppt/slides/slide38.xml" Id="R1daf746229ab4440" /><Relationship Type="http://schemas.openxmlformats.org/officeDocument/2006/relationships/slide" Target="/ppt/slides/slide39.xml" Id="R174ebac4e0ee4444" /><Relationship Type="http://schemas.openxmlformats.org/officeDocument/2006/relationships/slide" Target="/ppt/slides/slide40.xml" Id="Rd99b300c69984018" /><Relationship Type="http://schemas.openxmlformats.org/officeDocument/2006/relationships/slide" Target="/ppt/slides/slide41.xml" Id="R0a5f3ae9e5ff456e" /><Relationship Type="http://schemas.openxmlformats.org/officeDocument/2006/relationships/slide" Target="/ppt/slides/slide42.xml" Id="R3f2e1816b244411a" /><Relationship Type="http://schemas.openxmlformats.org/officeDocument/2006/relationships/slide" Target="/ppt/slides/slide43.xml" Id="Rc0f970130dda40f3" /><Relationship Type="http://schemas.openxmlformats.org/officeDocument/2006/relationships/slide" Target="/ppt/slides/slide44.xml" Id="R8c5a865290e74986" /><Relationship Type="http://schemas.openxmlformats.org/officeDocument/2006/relationships/slide" Target="/ppt/slides/slide45.xml" Id="R0a6661bd0aed4ecc" /><Relationship Type="http://schemas.openxmlformats.org/officeDocument/2006/relationships/slide" Target="/ppt/slides/slide46.xml" Id="R6de56c24b54043d8" /><Relationship Type="http://schemas.openxmlformats.org/officeDocument/2006/relationships/slide" Target="/ppt/slides/slide47.xml" Id="Rd6441aa25dc046ae" /><Relationship Type="http://schemas.openxmlformats.org/officeDocument/2006/relationships/slide" Target="/ppt/slides/slide48.xml" Id="Rc6959e0f4aff4a8e" /><Relationship Type="http://schemas.openxmlformats.org/officeDocument/2006/relationships/slide" Target="/ppt/slides/slide49.xml" Id="R4ab1406f8e0e40b5" /><Relationship Type="http://schemas.openxmlformats.org/officeDocument/2006/relationships/slide" Target="/ppt/slides/slide50.xml" Id="Rdc02f2dedced49f4" /><Relationship Type="http://schemas.openxmlformats.org/officeDocument/2006/relationships/slide" Target="/ppt/slides/slide51.xml" Id="R8d43cc102ab6417b" /><Relationship Type="http://schemas.openxmlformats.org/officeDocument/2006/relationships/slide" Target="/ppt/slides/slide52.xml" Id="R64b811ccb7d14fca" /><Relationship Type="http://schemas.openxmlformats.org/officeDocument/2006/relationships/slide" Target="/ppt/slides/slide53.xml" Id="R1d1b8d39851d4407" /><Relationship Type="http://schemas.openxmlformats.org/officeDocument/2006/relationships/slide" Target="/ppt/slides/slide54.xml" Id="Rd5e49c089aef48b6" /><Relationship Type="http://schemas.openxmlformats.org/officeDocument/2006/relationships/slide" Target="/ppt/slides/slide55.xml" Id="R1b547ff022e74773" /><Relationship Type="http://schemas.openxmlformats.org/officeDocument/2006/relationships/slide" Target="/ppt/slides/slide56.xml" Id="Red447c7efa834cad" /><Relationship Type="http://schemas.openxmlformats.org/officeDocument/2006/relationships/slide" Target="/ppt/slides/slide57.xml" Id="Rcfc412e650ff44b2" /><Relationship Type="http://schemas.openxmlformats.org/officeDocument/2006/relationships/slide" Target="/ppt/slides/slide58.xml" Id="R2dfd85b797254417" /><Relationship Type="http://schemas.openxmlformats.org/officeDocument/2006/relationships/slide" Target="/ppt/slides/slide59.xml" Id="R49753b709240401e" /><Relationship Type="http://schemas.openxmlformats.org/officeDocument/2006/relationships/slide" Target="/ppt/slides/slide60.xml" Id="Rb351652b7eb24619" /><Relationship Type="http://schemas.openxmlformats.org/officeDocument/2006/relationships/slide" Target="/ppt/slides/slide61.xml" Id="R1474e81fc66f4e9d" /><Relationship Type="http://schemas.openxmlformats.org/officeDocument/2006/relationships/slide" Target="/ppt/slides/slide62.xml" Id="R9d6315eea95945bd" /><Relationship Type="http://schemas.openxmlformats.org/officeDocument/2006/relationships/slide" Target="/ppt/slides/slide63.xml" Id="R548b7b1b950e4b4d" /><Relationship Type="http://schemas.openxmlformats.org/officeDocument/2006/relationships/slide" Target="/ppt/slides/slide64.xml" Id="R317b144b800f49b1" /><Relationship Type="http://schemas.openxmlformats.org/officeDocument/2006/relationships/slide" Target="/ppt/slides/slide65.xml" Id="R3a07818b70704c9a" /><Relationship Type="http://schemas.openxmlformats.org/officeDocument/2006/relationships/slide" Target="/ppt/slides/slide66.xml" Id="R41acdcdf45b54539" /><Relationship Type="http://schemas.openxmlformats.org/officeDocument/2006/relationships/slide" Target="/ppt/slides/slide67.xml" Id="R1ced4c2b8ddc477e" /><Relationship Type="http://schemas.openxmlformats.org/officeDocument/2006/relationships/slide" Target="/ppt/slides/slide68.xml" Id="R88eeec7340634dea" /><Relationship Type="http://schemas.openxmlformats.org/officeDocument/2006/relationships/slide" Target="/ppt/slides/slide69.xml" Id="Rd9f8712ffcd94288" /><Relationship Type="http://schemas.openxmlformats.org/officeDocument/2006/relationships/slide" Target="/ppt/slides/slide70.xml" Id="Rb2aa0e13db02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47c794127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6c6b68343d4b7a" /><Relationship Type="http://schemas.openxmlformats.org/officeDocument/2006/relationships/notesMaster" Target="/ppt/notesMasters/notesMaster1.xml" Id="R6026abc9952d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93a60417424aa7" /><Relationship Type="http://schemas.openxmlformats.org/officeDocument/2006/relationships/notesMaster" Target="/ppt/notesMasters/notesMaster1.xml" Id="Ra7b7ba7a405449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82444345f4287" /><Relationship Type="http://schemas.openxmlformats.org/officeDocument/2006/relationships/notesMaster" Target="/ppt/notesMasters/notesMaster1.xml" Id="R3d55b10db55244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6afe093314a36" /><Relationship Type="http://schemas.openxmlformats.org/officeDocument/2006/relationships/notesMaster" Target="/ppt/notesMasters/notesMaster1.xml" Id="R50e37a2d235543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4f374fb9164250" /><Relationship Type="http://schemas.openxmlformats.org/officeDocument/2006/relationships/notesMaster" Target="/ppt/notesMasters/notesMaster1.xml" Id="Rd986548890ac4a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10d30269cd4ad3" /><Relationship Type="http://schemas.openxmlformats.org/officeDocument/2006/relationships/notesMaster" Target="/ppt/notesMasters/notesMaster1.xml" Id="R3972558dc081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f65b845d6d42e6" /><Relationship Type="http://schemas.openxmlformats.org/officeDocument/2006/relationships/notesMaster" Target="/ppt/notesMasters/notesMaster1.xml" Id="R25b3b7376b0d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2ef35fce8343f7" /><Relationship Type="http://schemas.openxmlformats.org/officeDocument/2006/relationships/notesMaster" Target="/ppt/notesMasters/notesMaster1.xml" Id="R1b83f3c09e5947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fcbf569d444842" /><Relationship Type="http://schemas.openxmlformats.org/officeDocument/2006/relationships/notesMaster" Target="/ppt/notesMasters/notesMaster1.xml" Id="Rd9a2f3016c0a45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54d1c49b3b400c" /><Relationship Type="http://schemas.openxmlformats.org/officeDocument/2006/relationships/notesMaster" Target="/ppt/notesMasters/notesMaster1.xml" Id="Rfd6c3a4cd7be41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bab19549124365" /><Relationship Type="http://schemas.openxmlformats.org/officeDocument/2006/relationships/notesMaster" Target="/ppt/notesMasters/notesMaster1.xml" Id="R1cb8f16ca3354e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e4f6efc3524e13" /><Relationship Type="http://schemas.openxmlformats.org/officeDocument/2006/relationships/notesMaster" Target="/ppt/notesMasters/notesMaster1.xml" Id="Rb0e58989717440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dc2ffe10c149f7" /><Relationship Type="http://schemas.openxmlformats.org/officeDocument/2006/relationships/notesMaster" Target="/ppt/notesMasters/notesMaster1.xml" Id="Rf3de44a41c9941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d5d56fba29418b" /><Relationship Type="http://schemas.openxmlformats.org/officeDocument/2006/relationships/notesMaster" Target="/ppt/notesMasters/notesMaster1.xml" Id="R1620dd9960c346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96868b0a764fc4" /><Relationship Type="http://schemas.openxmlformats.org/officeDocument/2006/relationships/notesMaster" Target="/ppt/notesMasters/notesMaster1.xml" Id="R69d19c91136c46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e9210f86544dba" /><Relationship Type="http://schemas.openxmlformats.org/officeDocument/2006/relationships/notesMaster" Target="/ppt/notesMasters/notesMaster1.xml" Id="R2d2a7317f91545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bb18c45bdf46a7" /><Relationship Type="http://schemas.openxmlformats.org/officeDocument/2006/relationships/notesMaster" Target="/ppt/notesMasters/notesMaster1.xml" Id="R639d34bcf53a44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67650e63d445b3" /><Relationship Type="http://schemas.openxmlformats.org/officeDocument/2006/relationships/notesMaster" Target="/ppt/notesMasters/notesMaster1.xml" Id="Rb913180b57d842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e13ce1305e4b49" /><Relationship Type="http://schemas.openxmlformats.org/officeDocument/2006/relationships/notesMaster" Target="/ppt/notesMasters/notesMaster1.xml" Id="Rdea54e9c9e454c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839b11d32349f5" /><Relationship Type="http://schemas.openxmlformats.org/officeDocument/2006/relationships/notesMaster" Target="/ppt/notesMasters/notesMaster1.xml" Id="Radc36afac69e4e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960b39018d451e" /><Relationship Type="http://schemas.openxmlformats.org/officeDocument/2006/relationships/notesMaster" Target="/ppt/notesMasters/notesMaster1.xml" Id="R9334ddda4b6c42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354218dfab4ecc" /><Relationship Type="http://schemas.openxmlformats.org/officeDocument/2006/relationships/notesMaster" Target="/ppt/notesMasters/notesMaster1.xml" Id="R2962f2c0746a49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33c175162a44d91" /><Relationship Type="http://schemas.openxmlformats.org/officeDocument/2006/relationships/notesMaster" Target="/ppt/notesMasters/notesMaster1.xml" Id="R3e7114bacf7744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bf6f20c33af4cba" /><Relationship Type="http://schemas.openxmlformats.org/officeDocument/2006/relationships/notesMaster" Target="/ppt/notesMasters/notesMaster1.xml" Id="R9cfdf28bc92949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5ec72e798d4ead" /><Relationship Type="http://schemas.openxmlformats.org/officeDocument/2006/relationships/notesMaster" Target="/ppt/notesMasters/notesMaster1.xml" Id="R46465f7c77cc48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16196874184ce3" /><Relationship Type="http://schemas.openxmlformats.org/officeDocument/2006/relationships/notesMaster" Target="/ppt/notesMasters/notesMaster1.xml" Id="R80543b8891a24c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12da07ea1fd417e" /><Relationship Type="http://schemas.openxmlformats.org/officeDocument/2006/relationships/notesMaster" Target="/ppt/notesMasters/notesMaster1.xml" Id="R11b484ea363f42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0194a8abe1c4307" /><Relationship Type="http://schemas.openxmlformats.org/officeDocument/2006/relationships/notesMaster" Target="/ppt/notesMasters/notesMaster1.xml" Id="R3ee55e7ec33a4e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fcc00b3f2c543f1" /><Relationship Type="http://schemas.openxmlformats.org/officeDocument/2006/relationships/notesMaster" Target="/ppt/notesMasters/notesMaster1.xml" Id="Raa80b9d750cb415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b8b5f1c45247ba" /><Relationship Type="http://schemas.openxmlformats.org/officeDocument/2006/relationships/notesMaster" Target="/ppt/notesMasters/notesMaster1.xml" Id="R3720a2e655df45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dfe91f8c6d74e56" /><Relationship Type="http://schemas.openxmlformats.org/officeDocument/2006/relationships/notesMaster" Target="/ppt/notesMasters/notesMaster1.xml" Id="Rcb840902ef2b48e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e9c23bcfae34a76" /><Relationship Type="http://schemas.openxmlformats.org/officeDocument/2006/relationships/notesMaster" Target="/ppt/notesMasters/notesMaster1.xml" Id="Raba5cb1a79de468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1e16b9add804e50" /><Relationship Type="http://schemas.openxmlformats.org/officeDocument/2006/relationships/notesMaster" Target="/ppt/notesMasters/notesMaster1.xml" Id="Re24ce6e9f67d4ee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8f84971f1ae49e7" /><Relationship Type="http://schemas.openxmlformats.org/officeDocument/2006/relationships/notesMaster" Target="/ppt/notesMasters/notesMaster1.xml" Id="Rd4f4c04c3ee24f5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e11bef5bce41b3" /><Relationship Type="http://schemas.openxmlformats.org/officeDocument/2006/relationships/notesMaster" Target="/ppt/notesMasters/notesMaster1.xml" Id="R5a814676b8c0403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4a960f9a9db4398" /><Relationship Type="http://schemas.openxmlformats.org/officeDocument/2006/relationships/notesMaster" Target="/ppt/notesMasters/notesMaster1.xml" Id="Rf40cb87531ed47d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62316ee6f554f8b" /><Relationship Type="http://schemas.openxmlformats.org/officeDocument/2006/relationships/notesMaster" Target="/ppt/notesMasters/notesMaster1.xml" Id="R8fea7cc4085c4d8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8e673278bab49bb" /><Relationship Type="http://schemas.openxmlformats.org/officeDocument/2006/relationships/notesMaster" Target="/ppt/notesMasters/notesMaster1.xml" Id="R3c93d0ddf2fb496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7027e8fc8ca4d1d" /><Relationship Type="http://schemas.openxmlformats.org/officeDocument/2006/relationships/notesMaster" Target="/ppt/notesMasters/notesMaster1.xml" Id="R0d4109f7f6be455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0d28d0d56bd4d09" /><Relationship Type="http://schemas.openxmlformats.org/officeDocument/2006/relationships/notesMaster" Target="/ppt/notesMasters/notesMaster1.xml" Id="R15d069e9b9ce407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f65a175d2854715" /><Relationship Type="http://schemas.openxmlformats.org/officeDocument/2006/relationships/notesMaster" Target="/ppt/notesMasters/notesMaster1.xml" Id="Rcd31a010c41b46d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ca8f01fae784d76" /><Relationship Type="http://schemas.openxmlformats.org/officeDocument/2006/relationships/notesMaster" Target="/ppt/notesMasters/notesMaster1.xml" Id="Reb443c05e6f3481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03f0ced33f4463f" /><Relationship Type="http://schemas.openxmlformats.org/officeDocument/2006/relationships/notesMaster" Target="/ppt/notesMasters/notesMaster1.xml" Id="R61dd100791774ea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010457a85dd4bac" /><Relationship Type="http://schemas.openxmlformats.org/officeDocument/2006/relationships/notesMaster" Target="/ppt/notesMasters/notesMaster1.xml" Id="R0f77224544bd4a0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543c6ad655541d1" /><Relationship Type="http://schemas.openxmlformats.org/officeDocument/2006/relationships/notesMaster" Target="/ppt/notesMasters/notesMaster1.xml" Id="Rc70525bb58ed4cc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4754edbcc8d4ef2" /><Relationship Type="http://schemas.openxmlformats.org/officeDocument/2006/relationships/notesMaster" Target="/ppt/notesMasters/notesMaster1.xml" Id="R1ece4c31cae04bf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b46ac03d9fa4819" /><Relationship Type="http://schemas.openxmlformats.org/officeDocument/2006/relationships/notesMaster" Target="/ppt/notesMasters/notesMaster1.xml" Id="R0838581ab358461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cb45c2a3f144c9e" /><Relationship Type="http://schemas.openxmlformats.org/officeDocument/2006/relationships/notesMaster" Target="/ppt/notesMasters/notesMaster1.xml" Id="R6f690094ef53447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33876e22a7941ec" /><Relationship Type="http://schemas.openxmlformats.org/officeDocument/2006/relationships/notesMaster" Target="/ppt/notesMasters/notesMaster1.xml" Id="Rd50f3d9b24cb44e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6ce5b0e310a4451" /><Relationship Type="http://schemas.openxmlformats.org/officeDocument/2006/relationships/notesMaster" Target="/ppt/notesMasters/notesMaster1.xml" Id="Rc6eb36332a27484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e0a9cf646464917" /><Relationship Type="http://schemas.openxmlformats.org/officeDocument/2006/relationships/notesMaster" Target="/ppt/notesMasters/notesMaster1.xml" Id="R81d1f143a33e4bc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45c38d1a8c74d86" /><Relationship Type="http://schemas.openxmlformats.org/officeDocument/2006/relationships/notesMaster" Target="/ppt/notesMasters/notesMaster1.xml" Id="Ra3cad8bfc80a4a8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fe2401ea1bd4fbe" /><Relationship Type="http://schemas.openxmlformats.org/officeDocument/2006/relationships/notesMaster" Target="/ppt/notesMasters/notesMaster1.xml" Id="R272948304c814ee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71decbb52184727" /><Relationship Type="http://schemas.openxmlformats.org/officeDocument/2006/relationships/notesMaster" Target="/ppt/notesMasters/notesMaster1.xml" Id="Rf4606f53c74142e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0b5719622fc4a85" /><Relationship Type="http://schemas.openxmlformats.org/officeDocument/2006/relationships/notesMaster" Target="/ppt/notesMasters/notesMaster1.xml" Id="R5405d2a05f8143a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bb50cc880f94721" /><Relationship Type="http://schemas.openxmlformats.org/officeDocument/2006/relationships/notesMaster" Target="/ppt/notesMasters/notesMaster1.xml" Id="R88b1759498744a1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2ba8729e6654fcb" /><Relationship Type="http://schemas.openxmlformats.org/officeDocument/2006/relationships/notesMaster" Target="/ppt/notesMasters/notesMaster1.xml" Id="Rd6945a03ec334fb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d166d1e7bb24d00" /><Relationship Type="http://schemas.openxmlformats.org/officeDocument/2006/relationships/notesMaster" Target="/ppt/notesMasters/notesMaster1.xml" Id="R7f7442863fcd45c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a2afa04965a405d" /><Relationship Type="http://schemas.openxmlformats.org/officeDocument/2006/relationships/notesMaster" Target="/ppt/notesMasters/notesMaster1.xml" Id="R8dd4067af73145b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d1d6c6787dd40ec" /><Relationship Type="http://schemas.openxmlformats.org/officeDocument/2006/relationships/notesMaster" Target="/ppt/notesMasters/notesMaster1.xml" Id="R98a2a367931043d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9b5b8fcdf9a4918" /><Relationship Type="http://schemas.openxmlformats.org/officeDocument/2006/relationships/notesMaster" Target="/ppt/notesMasters/notesMaster1.xml" Id="Rf4987609f9884a4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7858295da1e4ab2" /><Relationship Type="http://schemas.openxmlformats.org/officeDocument/2006/relationships/notesMaster" Target="/ppt/notesMasters/notesMaster1.xml" Id="R2711cb756d7b42c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0873b6f7db44e4d" /><Relationship Type="http://schemas.openxmlformats.org/officeDocument/2006/relationships/notesMaster" Target="/ppt/notesMasters/notesMaster1.xml" Id="R9699028993a04ea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0df9f61d0d04836" /><Relationship Type="http://schemas.openxmlformats.org/officeDocument/2006/relationships/notesMaster" Target="/ppt/notesMasters/notesMaster1.xml" Id="Ra3ee784e945a4dc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ba0c9817e7d4b6b" /><Relationship Type="http://schemas.openxmlformats.org/officeDocument/2006/relationships/notesMaster" Target="/ppt/notesMasters/notesMaster1.xml" Id="R8d7bd5260d754ec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c1156e07c294e2a" /><Relationship Type="http://schemas.openxmlformats.org/officeDocument/2006/relationships/notesMaster" Target="/ppt/notesMasters/notesMaster1.xml" Id="R2b0558cdfe80412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c28723e5a3b4379" /><Relationship Type="http://schemas.openxmlformats.org/officeDocument/2006/relationships/notesMaster" Target="/ppt/notesMasters/notesMaster1.xml" Id="Rd7b6ac554a104f89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c5ba4aefdc747a1" /><Relationship Type="http://schemas.openxmlformats.org/officeDocument/2006/relationships/notesMaster" Target="/ppt/notesMasters/notesMaster1.xml" Id="Rb61358f674214b2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183eb1404584a74" /><Relationship Type="http://schemas.openxmlformats.org/officeDocument/2006/relationships/notesMaster" Target="/ppt/notesMasters/notesMaster1.xml" Id="Rc5acd39a9d51489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b08a5ab101df42f4" /><Relationship Type="http://schemas.openxmlformats.org/officeDocument/2006/relationships/notesMaster" Target="/ppt/notesMasters/notesMaster1.xml" Id="R5839f951b394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Stockfish değerlendirmesini hamle kalitesi ve pedagojik geri bildirim için nasıl işlediğimizi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analysis için before ve after evaluation gerekir. Bu, hamlenin etkisini ölçmenin temelidir.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Siyah için aynı matematik ters yönde uygulanır. Bu ayrım yapılmazsa siyahın iyi hamleleri hata gibi görünebilir.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eşikler MVP için açıklanabilir sabitlerdir. Daha sonra kullanıcı seviyesine, time control'e ve veri setine göre kalibre edilebilir.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 değerlendirmesinin anlamı centipawn'dan farklıdır. Ayrı branch kullanmak daha doğru ve açıklanabilirdir.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LLM'e ham sonuç değil, normalize edilmiş ve sınıflandırılmış bir analysis DTO'su veririz.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model çıktısını ürün davranışına çevirmek ve ölçülebilir kurallar koymak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burada karar otoritesi değil, yapılandırılmış motor analizini açıklayan bir katmandır.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Bu, engine-grounded generation'dır. LLM'e sınırlandırılmış ve doğrulanmış context verilir.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Allowlist, prompt'a hangi alanların gireceğini bilinçli biçimde sınırlar. Her şeyi modele vermek daha iyi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output, model ile uygulama arasına bir data contract koyar. JSON syntax'ı tek başına yetmez; alan ve değerler de doğrulanır.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yalnızca açıklama katmanını değiştirir. GameService ve Stockfish sonucu korunur.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MVP'de retrieval yok; engine-grounded generation var. Evaluation ise ayrı bir mühendislik katmanıdır.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7, prompt yazmaktan daha geniş olan LLM application engineering yetkinliğini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ürünlerinde demo başarısı ile güvenilir kalite ölçümü farklıdır. Bu bölüm evaluation yaklaşımını kurar.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Evaluation, modelin veya AI akışının aynı test setinde zaman içinde bozulup bozulmadığını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kaydı, engine gerçeği ile açıklama beklentisini ayırır. Böylece farklı katmanları ayrı ölçebiliriz.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quality, teknik doğruluk ve kullanıcıya yararı birlikte ele alır. Tek bir accuracy sayısı yeterli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şeyi LLM'e puanlatmak circular evaluation riski oluşturur. Deterministic checks ve insan değerlendirmesi birlikte kullanılmalıdır.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Evaluation'ı CI'a bağlamak, prompt veya model değişikliğinde kalite gerilemesini görünür yapar.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8, AI engineer'in model çağrısından kalite mühendisliğine geçişini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engineer için teslimat; yalnızca Python kodu değil, tekrarlanabilir çalışma ortamı, test kapısı ve izlenebilir servis demektir.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bir sihirli güvenilirlik katmanı değildir. Ancak bağımlılıkları ve başlatma adımlarını standartlaştırarak debug alanını küçültür.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Dockerfile build-time ile runtime sorumluluklarını ayırır. Secret gibi değerler image içine gömülmemeli; runtime environment üzerinden verilmelidir.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Ortam ayrımı yalnızca deployment konusu değildir. Testlerde timeout ve engine path gibi bağımlılıkları kontrol edebilmek, hızlı ve güvenilir feedback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CI, ekipte ortak kalite eşiği oluşturur. Önce ucuz ve hızlı kontroller, sonra daha pahalı evaluation veya image build adımları çalıştırılabilir.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Kullanıcı, engine timeout olduğunda boş veya uydurma açıklama görmemeli. Hata, log ve response contract ile görünür hale getirilmelidir.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9, MVP kodunu çalıştırılabilir ve değerlendirilebilir bir teslimata bağlar. Sonraki adım güvenlik ve maliyet guardrail'leridir.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guardrail’leri, sistemi her durumda kusursuz yapmaz. Hatalı, pahalı veya kötüye kullanılabilir davranışları sınırlamayı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Threat model yalnızca güvenlik ekibinin işi değildir. AI akışında girdinin, modelin ve dış süreçlerin her biri farklı failure mode üretir.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injection riskini yalnızca daha iyi bir prompt yazarak çözemezsin. Kritik yetki ve doğruluk kontrolleri uygulama kodunda kalmalıdır.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MVP’de bile secret ve log politikası belirlemek, daha sonra pahalı bir veri temizliği yapmaktan kolaydır. Kullanıcı verisini varsayılan olarak sınırsız saklamamak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 control, model sağlayıcısına göre değişebilir. Ancak token, latency, retry ve concurrency ölçümleri her sağlayıcıda temel sinyallerdir.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Matriste her risk için kontrol ve kontrollü failure davranışı birlikte yazılır. Bu, security review ve incident debugging sırasında ortak dil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10, üretim ortamında güvenilir AI davranışının üç boyutunu bağlar: güvenlik, maliyet ve kontrollü hata.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0e9a3ce15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14ab98a09f41e8" /><Relationship Type="http://schemas.openxmlformats.org/officeDocument/2006/relationships/slideLayout" Target="/ppt/slideLayouts/slideLayout1.xml" Id="R9d9202a4a1a6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9202a4a1a6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b015a0c44437c" /><Relationship Type="http://schemas.openxmlformats.org/officeDocument/2006/relationships/notesSlide" Target="/ppt/notesSlides/notesSlide1.xml" Id="R0b9d0014f23342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1b8c22b064463" /><Relationship Type="http://schemas.openxmlformats.org/officeDocument/2006/relationships/notesSlide" Target="/ppt/notesSlides/notesSlide2.xml" Id="R60c93177afc14e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a32ee6cf439b" /><Relationship Type="http://schemas.openxmlformats.org/officeDocument/2006/relationships/notesSlide" Target="/ppt/notesSlides/notesSlide3.xml" Id="Rfd95b54b9446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45edb7bc84b11" /><Relationship Type="http://schemas.openxmlformats.org/officeDocument/2006/relationships/notesSlide" Target="/ppt/notesSlides/notesSlide4.xml" Id="R98ea7525818444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c78c2f3f34495" /><Relationship Type="http://schemas.openxmlformats.org/officeDocument/2006/relationships/notesSlide" Target="/ppt/notesSlides/notesSlide5.xml" Id="R7b2d46c6586744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2db80bb97404f" /><Relationship Type="http://schemas.openxmlformats.org/officeDocument/2006/relationships/notesSlide" Target="/ppt/notesSlides/notesSlide6.xml" Id="Rae8897041db14e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3154356774978" /><Relationship Type="http://schemas.openxmlformats.org/officeDocument/2006/relationships/notesSlide" Target="/ppt/notesSlides/notesSlide7.xml" Id="R04ae80e768634b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3d96ff68445b1" /><Relationship Type="http://schemas.openxmlformats.org/officeDocument/2006/relationships/notesSlide" Target="/ppt/notesSlides/notesSlide8.xml" Id="Rc4a1c8b3fd744f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6a26b1cc740d1" /><Relationship Type="http://schemas.openxmlformats.org/officeDocument/2006/relationships/notesSlide" Target="/ppt/notesSlides/notesSlide9.xml" Id="Rfb913c5cd6dd4b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cb31f3ff7409f" /><Relationship Type="http://schemas.openxmlformats.org/officeDocument/2006/relationships/notesSlide" Target="/ppt/notesSlides/notesSlide10.xml" Id="R6cb7df77c0f84c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fdf61b4848d9" /><Relationship Type="http://schemas.openxmlformats.org/officeDocument/2006/relationships/notesSlide" Target="/ppt/notesSlides/notesSlide11.xml" Id="R2283981f78d447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9188f67134bda" /><Relationship Type="http://schemas.openxmlformats.org/officeDocument/2006/relationships/notesSlide" Target="/ppt/notesSlides/notesSlide12.xml" Id="R14437768901042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be147d7bb48aa" /><Relationship Type="http://schemas.openxmlformats.org/officeDocument/2006/relationships/notesSlide" Target="/ppt/notesSlides/notesSlide13.xml" Id="Rba1aecb506a546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34861236343a6" /><Relationship Type="http://schemas.openxmlformats.org/officeDocument/2006/relationships/notesSlide" Target="/ppt/notesSlides/notesSlide14.xml" Id="R28832a46028a4b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536881f854f44" /><Relationship Type="http://schemas.openxmlformats.org/officeDocument/2006/relationships/notesSlide" Target="/ppt/notesSlides/notesSlide15.xml" Id="Rbdac8260239d48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ff9568b3b473d" /><Relationship Type="http://schemas.openxmlformats.org/officeDocument/2006/relationships/notesSlide" Target="/ppt/notesSlides/notesSlide16.xml" Id="Rb1266037588444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5dfeb183048e7" /><Relationship Type="http://schemas.openxmlformats.org/officeDocument/2006/relationships/notesSlide" Target="/ppt/notesSlides/notesSlide17.xml" Id="R64033bd853cb49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21db869694783" /><Relationship Type="http://schemas.openxmlformats.org/officeDocument/2006/relationships/notesSlide" Target="/ppt/notesSlides/notesSlide18.xml" Id="R1158f0a2eed34d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973111b104fb0" /><Relationship Type="http://schemas.openxmlformats.org/officeDocument/2006/relationships/notesSlide" Target="/ppt/notesSlides/notesSlide19.xml" Id="R5f6030e2051141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b5db54d8b44b1" /><Relationship Type="http://schemas.openxmlformats.org/officeDocument/2006/relationships/notesSlide" Target="/ppt/notesSlides/notesSlide20.xml" Id="R02dfdd0b00c74d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04551fd7b4b86" /><Relationship Type="http://schemas.openxmlformats.org/officeDocument/2006/relationships/notesSlide" Target="/ppt/notesSlides/notesSlide21.xml" Id="R13f656ab5f724a2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1a22fc3248df" /><Relationship Type="http://schemas.openxmlformats.org/officeDocument/2006/relationships/notesSlide" Target="/ppt/notesSlides/notesSlide22.xml" Id="Rdf4502b3a73741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496597a304f47" /><Relationship Type="http://schemas.openxmlformats.org/officeDocument/2006/relationships/notesSlide" Target="/ppt/notesSlides/notesSlide23.xml" Id="Ra2803e11498d40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9bb20abb748c7" /><Relationship Type="http://schemas.openxmlformats.org/officeDocument/2006/relationships/notesSlide" Target="/ppt/notesSlides/notesSlide24.xml" Id="R522c0f71333848f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faad3d22d4cc6" /><Relationship Type="http://schemas.openxmlformats.org/officeDocument/2006/relationships/notesSlide" Target="/ppt/notesSlides/notesSlide25.xml" Id="R2828157d28f741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5ebe6e7fe425f" /><Relationship Type="http://schemas.openxmlformats.org/officeDocument/2006/relationships/notesSlide" Target="/ppt/notesSlides/notesSlide26.xml" Id="Rc81244a8c73448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5078290d444c2" /><Relationship Type="http://schemas.openxmlformats.org/officeDocument/2006/relationships/notesSlide" Target="/ppt/notesSlides/notesSlide27.xml" Id="R92122eafb7a346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c7e5824be4c08" /><Relationship Type="http://schemas.openxmlformats.org/officeDocument/2006/relationships/notesSlide" Target="/ppt/notesSlides/notesSlide28.xml" Id="Rfb4839c760ce40d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99d5e51be4011" /><Relationship Type="http://schemas.openxmlformats.org/officeDocument/2006/relationships/notesSlide" Target="/ppt/notesSlides/notesSlide29.xml" Id="R4d8354991b2248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544d8876f4e82" /><Relationship Type="http://schemas.openxmlformats.org/officeDocument/2006/relationships/notesSlide" Target="/ppt/notesSlides/notesSlide30.xml" Id="R280c3eece8144a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b8662122b4e5e" /><Relationship Type="http://schemas.openxmlformats.org/officeDocument/2006/relationships/notesSlide" Target="/ppt/notesSlides/notesSlide31.xml" Id="Raea45de1650748a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a6a77d164a5e" /><Relationship Type="http://schemas.openxmlformats.org/officeDocument/2006/relationships/notesSlide" Target="/ppt/notesSlides/notesSlide32.xml" Id="Rb28a4ece088a40b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00d8074e241c1" /><Relationship Type="http://schemas.openxmlformats.org/officeDocument/2006/relationships/notesSlide" Target="/ppt/notesSlides/notesSlide33.xml" Id="R6ecdab22f1be4c1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bf39e93b84630" /><Relationship Type="http://schemas.openxmlformats.org/officeDocument/2006/relationships/notesSlide" Target="/ppt/notesSlides/notesSlide34.xml" Id="Re057028aa4c04ba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2c207288d4e2e" /><Relationship Type="http://schemas.openxmlformats.org/officeDocument/2006/relationships/notesSlide" Target="/ppt/notesSlides/notesSlide35.xml" Id="Re1725f271f1048c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382051b8d4f75" /><Relationship Type="http://schemas.openxmlformats.org/officeDocument/2006/relationships/notesSlide" Target="/ppt/notesSlides/notesSlide36.xml" Id="Re46113c1452b42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e46eb80cb4f24" /><Relationship Type="http://schemas.openxmlformats.org/officeDocument/2006/relationships/notesSlide" Target="/ppt/notesSlides/notesSlide37.xml" Id="R0d1147254adc4f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fe09787e74c55" /><Relationship Type="http://schemas.openxmlformats.org/officeDocument/2006/relationships/notesSlide" Target="/ppt/notesSlides/notesSlide38.xml" Id="R7fdf89bb62664a5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1fd66e96e4826" /><Relationship Type="http://schemas.openxmlformats.org/officeDocument/2006/relationships/notesSlide" Target="/ppt/notesSlides/notesSlide39.xml" Id="R089608cbeb9f484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ced61acd24061" /><Relationship Type="http://schemas.openxmlformats.org/officeDocument/2006/relationships/notesSlide" Target="/ppt/notesSlides/notesSlide40.xml" Id="R6bcaf6eed54a45a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3b86606fe4fbd" /><Relationship Type="http://schemas.openxmlformats.org/officeDocument/2006/relationships/notesSlide" Target="/ppt/notesSlides/notesSlide41.xml" Id="R1d4d76cb87f94ec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20b3d3954092" /><Relationship Type="http://schemas.openxmlformats.org/officeDocument/2006/relationships/notesSlide" Target="/ppt/notesSlides/notesSlide42.xml" Id="Rbe64d78f1efb4bc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c39c30a4b4f60" /><Relationship Type="http://schemas.openxmlformats.org/officeDocument/2006/relationships/notesSlide" Target="/ppt/notesSlides/notesSlide43.xml" Id="R8baa12ece18849c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235b3c774954" /><Relationship Type="http://schemas.openxmlformats.org/officeDocument/2006/relationships/notesSlide" Target="/ppt/notesSlides/notesSlide44.xml" Id="R03f9f3e5653e449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c963f31544ce3" /><Relationship Type="http://schemas.openxmlformats.org/officeDocument/2006/relationships/notesSlide" Target="/ppt/notesSlides/notesSlide45.xml" Id="R9cb354c0abed486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8254715094f53" /><Relationship Type="http://schemas.openxmlformats.org/officeDocument/2006/relationships/notesSlide" Target="/ppt/notesSlides/notesSlide46.xml" Id="R2e99258ab075422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66acb849e43c0" /><Relationship Type="http://schemas.openxmlformats.org/officeDocument/2006/relationships/notesSlide" Target="/ppt/notesSlides/notesSlide47.xml" Id="R83800cfb10f5465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17a0a90904791" /><Relationship Type="http://schemas.openxmlformats.org/officeDocument/2006/relationships/notesSlide" Target="/ppt/notesSlides/notesSlide48.xml" Id="R80607e5dcd524fb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137001c20462e" /><Relationship Type="http://schemas.openxmlformats.org/officeDocument/2006/relationships/notesSlide" Target="/ppt/notesSlides/notesSlide49.xml" Id="R81b99d2e46f845b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80a4a8a104d94" /><Relationship Type="http://schemas.openxmlformats.org/officeDocument/2006/relationships/notesSlide" Target="/ppt/notesSlides/notesSlide50.xml" Id="R912450520ea343b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ef76871f246db" /><Relationship Type="http://schemas.openxmlformats.org/officeDocument/2006/relationships/notesSlide" Target="/ppt/notesSlides/notesSlide51.xml" Id="Rc627187cc599492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e767c4d1b4987" /><Relationship Type="http://schemas.openxmlformats.org/officeDocument/2006/relationships/notesSlide" Target="/ppt/notesSlides/notesSlide52.xml" Id="R2af12afb944d461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3090cfc23423c" /><Relationship Type="http://schemas.openxmlformats.org/officeDocument/2006/relationships/notesSlide" Target="/ppt/notesSlides/notesSlide53.xml" Id="R69c52b08d0c2410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c32bd08094e14" /><Relationship Type="http://schemas.openxmlformats.org/officeDocument/2006/relationships/notesSlide" Target="/ppt/notesSlides/notesSlide54.xml" Id="Re4defc9faafd49b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3fedafd67441f" /><Relationship Type="http://schemas.openxmlformats.org/officeDocument/2006/relationships/notesSlide" Target="/ppt/notesSlides/notesSlide55.xml" Id="R2960e47dcdb745f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78e46bc5d4309" /><Relationship Type="http://schemas.openxmlformats.org/officeDocument/2006/relationships/notesSlide" Target="/ppt/notesSlides/notesSlide56.xml" Id="Rba4f82ab8fd4441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15b5d456342db" /><Relationship Type="http://schemas.openxmlformats.org/officeDocument/2006/relationships/notesSlide" Target="/ppt/notesSlides/notesSlide57.xml" Id="R79d798174df04aa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3ca2460804e87" /><Relationship Type="http://schemas.openxmlformats.org/officeDocument/2006/relationships/notesSlide" Target="/ppt/notesSlides/notesSlide58.xml" Id="Rfc7950ba21b4470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f8343e994414e" /><Relationship Type="http://schemas.openxmlformats.org/officeDocument/2006/relationships/notesSlide" Target="/ppt/notesSlides/notesSlide59.xml" Id="Rf56be4a7f1a6483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820571cb843cb" /><Relationship Type="http://schemas.openxmlformats.org/officeDocument/2006/relationships/notesSlide" Target="/ppt/notesSlides/notesSlide60.xml" Id="Rd3b18a47e6f84f6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e01457ad2409d" /><Relationship Type="http://schemas.openxmlformats.org/officeDocument/2006/relationships/notesSlide" Target="/ppt/notesSlides/notesSlide61.xml" Id="R0bd6428a3b974cf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646ebbb8e48d7" /><Relationship Type="http://schemas.openxmlformats.org/officeDocument/2006/relationships/notesSlide" Target="/ppt/notesSlides/notesSlide62.xml" Id="R7f8e6b194fad496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898f8587d4aea" /><Relationship Type="http://schemas.openxmlformats.org/officeDocument/2006/relationships/notesSlide" Target="/ppt/notesSlides/notesSlide63.xml" Id="R19fdb7b0ebb84d8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09b4ecb934083" /><Relationship Type="http://schemas.openxmlformats.org/officeDocument/2006/relationships/notesSlide" Target="/ppt/notesSlides/notesSlide64.xml" Id="R26494e59f31844f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a86fc9a164176" /><Relationship Type="http://schemas.openxmlformats.org/officeDocument/2006/relationships/notesSlide" Target="/ppt/notesSlides/notesSlide65.xml" Id="R9e554038cd2f41c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4f87f429a4e76" /><Relationship Type="http://schemas.openxmlformats.org/officeDocument/2006/relationships/notesSlide" Target="/ppt/notesSlides/notesSlide66.xml" Id="R35748f884418427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3dd9be1604389" /><Relationship Type="http://schemas.openxmlformats.org/officeDocument/2006/relationships/notesSlide" Target="/ppt/notesSlides/notesSlide67.xml" Id="R91794f67f9994ce3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79eec1fb94855" /><Relationship Type="http://schemas.openxmlformats.org/officeDocument/2006/relationships/notesSlide" Target="/ppt/notesSlides/notesSlide68.xml" Id="R87147d975bac4d5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7180920e446d3" /><Relationship Type="http://schemas.openxmlformats.org/officeDocument/2006/relationships/notesSlide" Target="/ppt/notesSlides/notesSlide69.xml" Id="Rd11b20339978489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19e737c51481c" /><Relationship Type="http://schemas.openxmlformats.org/officeDocument/2006/relationships/notesSlide" Target="/ppt/notesSlides/notesSlide70.xml" Id="R29ebfbc1db5748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E8B9-D460-4DCB-AEEA-47B1E67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B172-05D6-4654-9C70-C767C1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skorunu insan için anlamlı bir geri bildirime çevirmek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3B3F-A12E-437B-B962-762DE1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6 · Loss,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210715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ADBC-6EAE-46DF-8ADA-F4F0B33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B9D1-292A-489D-813F-6F1FB8C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analizi iki pozisyonu karşılaştırır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9681-A59E-4E1B-8B33-72B4EB6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oynanmadan önce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7176-E881-472C-BE12-4ECC83F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oyuncu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hamlesi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FD316-903D-4991-A39B-4C00EA0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oynandıktan sonra</a:t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-0.80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600D-CD17-4345-99CB-923E9BB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Analiz, tek başına “motor ne dedi?” değil, hamlenin konumu nasıl değiştirdiğidir.</a:t>
            </a:r>
          </a:p>
        </p:txBody>
      </p:sp>
    </p:spTree>
    <p:extLst>
      <p:ext uri="{BB962C8B-B14F-4D97-AF65-F5344CB8AC3E}">
        <p14:creationId xmlns:p14="http://schemas.microsoft.com/office/powerpoint/2010/main" val="11803739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7820-9142-4189-BEEF-C43E10C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9F82-107F-46D7-B52E-40C6712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oyuncu perspektifinden hesaplanır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98D3-A638-4426-B94C-D2C7C1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= before −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+0.80’den +0.30’a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5C54-B63C-474A-B83D-D965B1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 = after −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+0.30’den +0.80’e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 centipawn kayıp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A8A-A6D0-4554-8916-D740337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beyaz perspektifinde tutulur; loss hesabı hamleyi yapan oyuncuya göre yön değiştirir.</a:t>
            </a:r>
          </a:p>
        </p:txBody>
      </p:sp>
    </p:spTree>
    <p:extLst>
      <p:ext uri="{BB962C8B-B14F-4D97-AF65-F5344CB8AC3E}">
        <p14:creationId xmlns:p14="http://schemas.microsoft.com/office/powerpoint/2010/main" val="1083992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C59A-C36D-4DCA-812E-10EE218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C2EC-BFF0-4C59-911E-56A35C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loss’tan hamle sınıfına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36CB-A449-4D96-90B6-578D352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0F1C-DC26-4958-95F3-9000F2C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6144-3D84-4536-8155-C3282AB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çok güçlü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10A3-74D6-420C-909A-23A26E1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11–50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2D9-690A-4A23-8FBC-39FEB7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7035-4663-4866-BC1C-F8CF0A5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A901-BA79-496C-9695-9CC16B9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51–100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E678-5043-4945-A06B-6EFBC63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46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6006F-C3A0-4C75-B4B0-22B27B0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EE7D-B821-4B46-9E45-7D2FFB7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101–200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7699-7169-472E-8054-2E2B592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564-6DC3-4678-8529-061804D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50FF-E10E-41BF-BAA4-AE33234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201+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8869-5318-4DA9-B681-BF99CA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0626-0E35-44F9-A08C-DE902AB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ciddi kayıp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BCB-9405-45EE-A86E-922A562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Eşikler ürün kararlarıdır; motorun doğal gerçeği değildir.</a:t>
            </a:r>
          </a:p>
        </p:txBody>
      </p:sp>
    </p:spTree>
    <p:extLst>
      <p:ext uri="{BB962C8B-B14F-4D97-AF65-F5344CB8AC3E}">
        <p14:creationId xmlns:p14="http://schemas.microsoft.com/office/powerpoint/2010/main" val="11346758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B19B-5535-4015-B788-7A642C2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8719-EE0A-45EC-A4B2-F8CE6EC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 skorları ayrı sınıflandırılır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82B-4A6C-42AB-80BB-A9366C8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Normal skor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cp → 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hesabı yapılır.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9E97-7141-457A-8595-8D55625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geçişi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→ cp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cp →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blunder veya forced mate sonucu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olarak sınıflandırılır.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D9F4-2EF1-4BE3-ADDA-91512AF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Mate’i 100000 centipawn gibi sahte bir sayıya çevirip normal loss hesabına sokmuyoruz.</a:t>
            </a:r>
          </a:p>
        </p:txBody>
      </p:sp>
    </p:spTree>
    <p:extLst>
      <p:ext uri="{BB962C8B-B14F-4D97-AF65-F5344CB8AC3E}">
        <p14:creationId xmlns:p14="http://schemas.microsoft.com/office/powerpoint/2010/main" val="1897541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133-D415-46D8-BA15-B30433D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9DF3-CEFB-4145-806A-1640ED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73F7-E4A4-4A7B-ADDC-0043127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AE9A-B808-4944-9AE0-0AC98C6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A931-A4B9-4FF5-BF6B-1D26521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kind + value + pv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1734-8C2F-4975-80C2-095F45F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F3A-6E74-4D37-8185-D5145D8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9E90-ADF4-4006-8540-A06B770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white / black mover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6C14-0F32-4387-BF35-A19F01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CDD0-AA88-4E6D-A524-ACE6C16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0F8A-609F-4607-B3BA-311C062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 veya mate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BB87-DB83-4018-ACD7-25F631A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C768-390A-4ECD-8AAA-9F46D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67114-6D97-462A-9284-8D1F091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best → blunder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0EC1-5142-4A7C-B243-9392A1F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84BF-F049-4BD3-8E58-A26334E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CD4F-37D6-434E-BCB7-777E17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validated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02401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A3A-A881-4C4D-B5F0-896A70A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A9EF-590F-4039-8C90-F647C61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6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82DD-DD2F-4BD4-AB9C-D9F627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 motor skorunu, oyuncu perspektifine göre anlamlandırılmış ve test edilebilir bir move analysis’e çevirebilirsin.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899A-5DF1-4699-A596-2D4285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“Centipawn loss’u hamleyi yapan oyuncunun perspektifinde hesaplıyor, mate geçişlerini ayrı sınıflandırıyor ve LLM’e yalnızca doğrulanmış analysis DTO’su gönderiyorum.”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601B-12F5-4A67-8C31-D343555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Coach prompt, structured output ve LLM validation</a:t>
            </a:r>
          </a:p>
        </p:txBody>
      </p:sp>
    </p:spTree>
    <p:extLst>
      <p:ext uri="{BB962C8B-B14F-4D97-AF65-F5344CB8AC3E}">
        <p14:creationId xmlns:p14="http://schemas.microsoft.com/office/powerpoint/2010/main" val="16351908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EBD-8097-4459-B4F8-7046BB2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 katmanı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55B6-2DA4-4B3D-A7AD-390E139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sonucunu değiştirmeden, insana anlaşılır hale getirmek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C9E6-5BEF-4748-A483-B9B945A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7 · Prompt, JSON output ve validation</a:t>
            </a:r>
          </a:p>
        </p:txBody>
      </p:sp>
    </p:spTree>
    <p:extLst>
      <p:ext uri="{BB962C8B-B14F-4D97-AF65-F5344CB8AC3E}">
        <p14:creationId xmlns:p14="http://schemas.microsoft.com/office/powerpoint/2010/main" val="5275006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E289E-42B3-4EA0-B537-1EF4C9B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7E669-9570-4D6D-8A91-BB3BC14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katmanının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E285-32B1-4348-B63E-188F8F4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LLM’e verilen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güvenilir veriler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6068-0CAD-45C5-BC4A-119E02BD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LLM’in görevi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Bu veriyi değiştirmeden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Türkçe açıklamak.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skorunu üretmemek.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Hamleyi yeniden değerlendirmemek.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4C90-29FD-473A-AB18-9FE3DAB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hesaplar; LLM açıklamayı üretir.</a:t>
            </a:r>
          </a:p>
        </p:txBody>
      </p:sp>
    </p:spTree>
    <p:extLst>
      <p:ext uri="{BB962C8B-B14F-4D97-AF65-F5344CB8AC3E}">
        <p14:creationId xmlns:p14="http://schemas.microsoft.com/office/powerpoint/2010/main" val="298742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257AE-4ADF-46F9-AE9C-FA68B6E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EFC7D-E72E-4498-AD95-CA33787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Prompt’a ne gönderiyoruz?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7DC58-B427-4D1E-A21A-EE7585F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İzin verilen alanlar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evaluationBefore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evaluationAfter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lossInCentipawns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E24C-2705-4C9C-841D-DB0A4AD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allowlist?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Gereksiz bağlamı azaltır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injection yüzeyini daraltır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edilebilirliği artırır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Modelin rolünü sınırlar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576A-DBFD-4DF7-BE59-A2E66A1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LLM’e ham FEN veya istemci iddiası değil, backend’in ürettiği DTO gider.</a:t>
            </a:r>
          </a:p>
        </p:txBody>
      </p:sp>
    </p:spTree>
    <p:extLst>
      <p:ext uri="{BB962C8B-B14F-4D97-AF65-F5344CB8AC3E}">
        <p14:creationId xmlns:p14="http://schemas.microsoft.com/office/powerpoint/2010/main" val="18287930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9E1B2-C584-45FF-A536-7B58B1C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9A22C-8569-472D-9B1E-00391E0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neden gerekli?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DE2E-1699-4C18-88E9-D8551C0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Serbest metin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“Bence bu hamle biraz kötü...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Belki d4 oynanabilirdi...”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Parsing ve UI güveni zayıf.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2919-94E2-441F-B088-2EE9DE4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sözleşmesi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summary,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explanation,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lesson,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confidence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Validation yapılabilir.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D270E-B742-44CF-BDE5-60A1BFC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UI, modelin cümlesini değil, doğrulanmış response schema’sını tüketir.</a:t>
            </a:r>
          </a:p>
        </p:txBody>
      </p:sp>
    </p:spTree>
    <p:extLst>
      <p:ext uri="{BB962C8B-B14F-4D97-AF65-F5344CB8AC3E}">
        <p14:creationId xmlns:p14="http://schemas.microsoft.com/office/powerpoint/2010/main" val="10295848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DB2B1-025C-494C-B8F2-51EF7D6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5D9C-8D70-4DBA-B253-60DA712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 cevabı güvenilir değilse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3AD5-9262-4D08-AEBB-D193B33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44E7-2EC7-4296-AE5B-26303AD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02FD-B48D-42AD-A123-2F1C2CC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9AA8-6220-4766-8E79-AE4F74C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F5949-E432-4800-A75D-95F9387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parse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B95F-E6A9-4260-A4FB-74262CC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1DF1-9D0E-4B8E-9E47-03C2488E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D3A2-AD32-4FEE-B215-7E2D2F9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Alan eksik veya yanlış tip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DAE6B-3F7E-4F9A-82F3-FF4AF26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2676-3CD4-4864-BC0F-4E03E51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3BD6B-B25D-4B5F-88C7-40864D0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Confidence geçersiz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4B212-E09A-4352-A140-B26194E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3C910-39EA-4931-9B45-FD0D482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F2D3-C564-47B0-985F-49AF43E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Geçerli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F00C-D64B-4BA9-8D59-9CA3534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UI’ye gönder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F2B77-5A03-4879-8416-0DCD883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kullanılamıyor diye satranç state’i veya motor analizi bozulmamalı.</a:t>
            </a:r>
          </a:p>
        </p:txBody>
      </p:sp>
    </p:spTree>
    <p:extLst>
      <p:ext uri="{BB962C8B-B14F-4D97-AF65-F5344CB8AC3E}">
        <p14:creationId xmlns:p14="http://schemas.microsoft.com/office/powerpoint/2010/main" val="2541654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B13B3-A4B0-4E38-B956-84E085E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83D9-19AC-4F17-AA9B-266019B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Grounding, RAG ve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2370-9A3C-4643-92F0-3D8E01E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MVP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hesaplar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prompt context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LLM açıklar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Retrieval yok.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8FA67-53A9-448D-A0CE-8F1E1A7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İleride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Eski oyunlar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öğretim materyali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benzer pozisyonlar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Arama +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8496-860D-4D28-9A43-CA7BB9F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571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 mu?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Anlaşılır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Tutarlı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Maliyeti 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9271-7679-4927-B8CC-D26EE90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RAG bağlam getirir; evaluation sistemin iyi çalışıp çalışmadığını ölçer.</a:t>
            </a:r>
          </a:p>
        </p:txBody>
      </p:sp>
    </p:spTree>
    <p:extLst>
      <p:ext uri="{BB962C8B-B14F-4D97-AF65-F5344CB8AC3E}">
        <p14:creationId xmlns:p14="http://schemas.microsoft.com/office/powerpoint/2010/main" val="93315277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050-4CF1-4F94-A677-8CBD2DB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0FA6-DC83-469C-9E5C-3C5973B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7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776A-8311-4705-9A0F-A748FBD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LLM’i serbest karar verici olarak değil, doğrulanmış analiz DTO’sunu açıklayan kontrollü bir katman olarak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2FDA-98E1-42C5-9BCE-3F30126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“LLM’e allowlist edilmiş structured context gönderiyor, JSON response’u validate ediyor ve model hatasında deterministic fallback kullanıyorum.”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6D4E-3524-4DD3-B6D3-A8953A4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Evaluation dataset ve AI quality ölçümü</a:t>
            </a:r>
          </a:p>
        </p:txBody>
      </p:sp>
    </p:spTree>
    <p:extLst>
      <p:ext uri="{BB962C8B-B14F-4D97-AF65-F5344CB8AC3E}">
        <p14:creationId xmlns:p14="http://schemas.microsoft.com/office/powerpoint/2010/main" val="56787102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6832-E6A9-4F60-BCB0-1F5538B1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sistemi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C2B7-F2D7-46C3-BB24-5CB6FC8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“Çalışıyor” demek yerine kaliteyi ölçmek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267ED-232B-455D-94CA-D404DE3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8 · Dataset, metrics ve regression</a:t>
            </a:r>
          </a:p>
        </p:txBody>
      </p:sp>
    </p:spTree>
    <p:extLst>
      <p:ext uri="{BB962C8B-B14F-4D97-AF65-F5344CB8AC3E}">
        <p14:creationId xmlns:p14="http://schemas.microsoft.com/office/powerpoint/2010/main" val="104521931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B89C-37E2-4ECC-BBC6-B1DC664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FFE7-AE57-44FF-AEAB-74BF1E0B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 ile evaluation aynı şey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C36D7-4E34-4226-B7D6-F288B12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pozisyonu oynattım.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Cevap güzel göründü.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örnek.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Seçim yanlılığı yüksek.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7DB3-3EC2-4AB1-A5DE-B370CF3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Tanımlı örnek seti.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Beklenen sonuç.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Tekrarlanabilir ölçüm.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Regression yakalar.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AA9B-A145-42D7-A309-60EB055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Bir örnek iyi sonuç verebilir; dataset sistemin genel davranışını gösterir.</a:t>
            </a:r>
          </a:p>
        </p:txBody>
      </p:sp>
    </p:spTree>
    <p:extLst>
      <p:ext uri="{BB962C8B-B14F-4D97-AF65-F5344CB8AC3E}">
        <p14:creationId xmlns:p14="http://schemas.microsoft.com/office/powerpoint/2010/main" val="162330641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575E-2FB7-4119-B62A-DFE35DC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0FA1-5073-4BCD-B380-7BE1926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evaluation örneği neleri içerir?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900E-A1A0-4CE0-A913-B647014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096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id: "opening-blunder-001",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fenBefore: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playedMove: "e2e4",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engineEvaluation: { kind: "centipawn", value: -80 },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expectedClass: "inaccuracy",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expectedLesson: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tags: ["opening", "center"]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6152-DABD-44DA-960A-94B0DD1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Test örneği yalnızca prompt değil, doğrulanabilir beklenen davranış taşır.</a:t>
            </a:r>
          </a:p>
        </p:txBody>
      </p:sp>
    </p:spTree>
    <p:extLst>
      <p:ext uri="{BB962C8B-B14F-4D97-AF65-F5344CB8AC3E}">
        <p14:creationId xmlns:p14="http://schemas.microsoft.com/office/powerpoint/2010/main" val="14245079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7FFB-B932-4835-B579-451B475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E0FC7-C7BC-413D-9E20-EBFF7D47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Kaliteyi tek metrikle ölçemeyiz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21494-0FAB-48E9-BCE8-D0C37C4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C611B-DD5D-4FF7-AB30-1E834D2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 move ve score doğru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C92F4-B9ED-4EB4-BD96-D4950B0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5EE5-45BE-4F9E-A34F-4F1672A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doğru sınıfa dönüştü mü?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AB6C0-D8EF-4B17-9491-2F6D8A1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Explanation fidelity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F58D1-3A3A-436B-9175-F8EAD3ED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motor sonucunu değiştirdi mi?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9BECF-B6FE-4769-9492-09EC87E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Pedagogy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B836B-A4E9-4764-8BD9-7755F03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ne yapacağını anlayabiliyor mu?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1DB3-F8EA-492C-9910-9A31AF1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9E454-6905-4E0B-8585-E75DF13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Timeout, fallback ve schema davranışı?</a:t>
            </a:r>
          </a:p>
        </p:txBody>
      </p:sp>
    </p:spTree>
    <p:extLst>
      <p:ext uri="{BB962C8B-B14F-4D97-AF65-F5344CB8AC3E}">
        <p14:creationId xmlns:p14="http://schemas.microsoft.com/office/powerpoint/2010/main" val="13552744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E557E-39EC-48B5-8047-B45D46C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2149A-4162-48C6-A9B4-9F829F77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Neyi otomatik, neyi insanla ölçeriz?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11A91-4ED2-4B01-B748-7F01677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Deterministic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doğru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legal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 eşiklere uyuyor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schema geçerli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07A8A-3098-48CC-8C4F-5B74136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Açıklama anlaşılır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Ton yargılayıcı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Ders uygulanabilir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seviyesine uygun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B8CCC-27A2-48F6-B036-8C3A745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LLM-as-judge yardımcı olabilir; insan örneklem kontrolü gerekir.</a:t>
            </a:r>
          </a:p>
        </p:txBody>
      </p:sp>
    </p:spTree>
    <p:extLst>
      <p:ext uri="{BB962C8B-B14F-4D97-AF65-F5344CB8AC3E}">
        <p14:creationId xmlns:p14="http://schemas.microsoft.com/office/powerpoint/2010/main" val="2305863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55505-7275-4212-9FAC-C662887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D25BB-F5C4-43AE-B26C-0CA6153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 ve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EAFAC-6992-4FD9-8000-B11166A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8CAC6-398D-4C2A-91CB-6FFA60E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Dataset’i sabitle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6356-0B3B-40CF-808E-B407726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version +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8C9E5-713E-4C7C-8FA7-A703F46E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31EF6-BB1B-4A67-980E-32A63A0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örneği çalıştır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5CAE-5848-4413-8E22-ADF38FF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+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1D07E-3106-4652-98F7-70576A4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39255-508F-48B8-A879-B5ACA88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Metrikleri hesapla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5CCFC-A55F-4435-A6E4-D1CF92B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accuracy, pass rate,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8F2D8-A5C0-49E1-A4DE-901B71C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BB658-CC62-4E99-A8C7-5054992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Önceki sürümle karşılaştır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9A1BE-1AFF-44E9-BD78-C696C22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regression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0FC5A-8C83-460C-90DB-3D1A2EF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6507A-F5B6-47E2-BFA9-D27066A7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CI’da eşik uygula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7F9BA-30D3-4CEB-8E0B-CC85EF8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fail veya review</a:t>
            </a:r>
          </a:p>
        </p:txBody>
      </p:sp>
    </p:spTree>
    <p:extLst>
      <p:ext uri="{BB962C8B-B14F-4D97-AF65-F5344CB8AC3E}">
        <p14:creationId xmlns:p14="http://schemas.microsoft.com/office/powerpoint/2010/main" val="4198749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69794-2651-4598-B4E1-563E3F7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84EB-F750-4B31-902F-FA3DC544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8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63CBA-5360-4D24-A429-DED325E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örnek göstererek değil, tanımlı dataset ve metriklerle değerlendirebilirsin.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5F4C-67A3-4E72-BF4D-2F9D930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“Engine doğruluğunu deterministic testlerle, coach kalitesini rubric ve insan örneklemiyle ölçüp regression sonuçlarını CI’da takip ederim.”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6499-6511-4B27-987B-76442272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Docker, CI/CD ve deployment</a:t>
            </a:r>
          </a:p>
        </p:txBody>
      </p:sp>
    </p:spTree>
    <p:extLst>
      <p:ext uri="{BB962C8B-B14F-4D97-AF65-F5344CB8AC3E}">
        <p14:creationId xmlns:p14="http://schemas.microsoft.com/office/powerpoint/2010/main" val="142321753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4413-5A9C-4F16-8444-2235BD6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Docker, CI/CD ve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D567F-40F0-4097-B27B-8EB98DB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makinemde çalışmasından servisin teslimine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76AF1-23A2-4F54-99A5-EAF94E7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9 · Paketleme, otomasyon ve operasyon</a:t>
            </a:r>
          </a:p>
        </p:txBody>
      </p:sp>
    </p:spTree>
    <p:extLst>
      <p:ext uri="{BB962C8B-B14F-4D97-AF65-F5344CB8AC3E}">
        <p14:creationId xmlns:p14="http://schemas.microsoft.com/office/powerpoint/2010/main" val="182428606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B105A-2CBA-49AA-97B3-948A4660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C622-D908-4EF3-8A31-B5786BA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paketleme ve teslimat öğrenmeliyiz?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CA104-9ACC-4008-86A2-5CE82F9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Yerel makine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sürümü farklı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yolu farklı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Çevre değişkeni eksik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‘Bende çalışıyor’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56C81-83A2-4A0B-8B1F-04126D70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Teslim edilebilir servis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Sabit runtime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 config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Otomatik test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→ Tekrarlanabilir davranış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48303-0438-4877-A580-A23F63D3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Container çözümün tamamı değildir; ortam farkını azaltan bir sözleşmedir.</a:t>
            </a:r>
          </a:p>
        </p:txBody>
      </p:sp>
    </p:spTree>
    <p:extLst>
      <p:ext uri="{BB962C8B-B14F-4D97-AF65-F5344CB8AC3E}">
        <p14:creationId xmlns:p14="http://schemas.microsoft.com/office/powerpoint/2010/main" val="206076235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091BF-B988-4ED4-B0BE-351D83D5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35FA4-69D4-4C59-83C7-69DCEBC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Dockerfile neyi garanti eder, neyi etmez?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8EF4E-BD2A-4E2F-BE6D-8EB66F1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048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 python:3.12-slim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WORKDIR /app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requirements.txt .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RUN pip install -r requirements.txt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backend ./backend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CMD ["uvicorn", "backend.main:app"]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C801D-9E5D-4F8C-9244-5FC1EC8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temel image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install adımı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start komutu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8994E-08F8-4849-BF6A-7ECF8DC7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etmez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doğru secret yönetimi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Stockfish binary erişimi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güvenli production config</a:t>
            </a:r>
          </a:p>
        </p:txBody>
      </p:sp>
    </p:spTree>
    <p:extLst>
      <p:ext uri="{BB962C8B-B14F-4D97-AF65-F5344CB8AC3E}">
        <p14:creationId xmlns:p14="http://schemas.microsoft.com/office/powerpoint/2010/main" val="160269838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615C2-D4B7-47AA-A577-2DF5EB99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F655-68AC-4AD5-B867-95D31A11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Development, test ve production aynı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E2677-7C77-46C5-879F-5A35FD5A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FDB3-F0E8-4546-8216-88505E47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hot reload, kolay log, mock izinli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D032A-9A5C-4FD9-810C-85A87A9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5DC38-ECA9-4C6A-90FC-27E9528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deterministic fixture, gerçek validation, izole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D85F6-F71E-49FE-9A87-9EA4561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00E9-F719-4BE9-8143-0C4DC48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dışarıdan, timeout, health check, sınırlı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EC13-9F7E-401D-A0AB-764439D6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Config’i koddan ayırmak, aynı uygulamayı farklı ortamlarda güvenle çalıştırmanın temelidir.</a:t>
            </a:r>
          </a:p>
        </p:txBody>
      </p:sp>
    </p:spTree>
    <p:extLst>
      <p:ext uri="{BB962C8B-B14F-4D97-AF65-F5344CB8AC3E}">
        <p14:creationId xmlns:p14="http://schemas.microsoft.com/office/powerpoint/2010/main" val="30383575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C7ACF-08DC-49D6-B826-7816418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10A93-C745-4219-B3BE-7AF4615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 pipeline: merge olmadan hangi kapılardan geçeriz?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B42B2-D9AD-4A7E-A05A-74657E7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1DA12-98F6-4662-8D48-D3EFC53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7519-41C1-46DA-9C5D-662814F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requirements +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BE101-2327-48DB-8982-8D0EED08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97649-898A-45E7-A935-C3928688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622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Lint / type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E315-525F-4E90-8264-3180F0C0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stil ve basit hatalar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30B87-EB0D-47A4-AC04-D6B4E9E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9C08E-13D2-447C-8FEF-F6CBD11C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Unit + contract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83B13-5CDD-4C39-8C8A-AD64891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validation, service,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C3DDC-A44E-4131-8153-4F19F5C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EEC5D-78B4-49F1-92B0-50C69D0E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smoke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57512-51CF-419A-9B28-7A837CA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küçük sabit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07050-5C09-4D35-BF27-3F394D2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BEF80-763E-4725-A0DE-E8D898F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Build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82E1C-CE1C-4B8A-AB94-98D6674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Docker image / 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2988E-5243-466E-A047-CA85A53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sorunları production’da değil, değişiklik anında yakalamak.</a:t>
            </a:r>
          </a:p>
        </p:txBody>
      </p:sp>
    </p:spTree>
    <p:extLst>
      <p:ext uri="{BB962C8B-B14F-4D97-AF65-F5344CB8AC3E}">
        <p14:creationId xmlns:p14="http://schemas.microsoft.com/office/powerpoint/2010/main" val="80650623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C31BA-C095-493E-86D2-4FB9281B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928C3-3910-4D2B-BB1E-5F517D9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Deployment sonrası da ürün devam eder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BD6F8-42F5-42E8-9678-D2CBE43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GET 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Uygulama ayakta mı?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erişilebilir mi?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Config tamam mı?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A8571-4CEC-47DA-B71A-242C378D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Gözlemlenebilirlik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request id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timeout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fallback sayısı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oranı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DDDD-5339-4B68-ADCE-DEB0817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sisteminde başarı: doğru cevap + kabul edilebilir gecikme + kontrollü hata davranışı.</a:t>
            </a:r>
          </a:p>
        </p:txBody>
      </p:sp>
    </p:spTree>
    <p:extLst>
      <p:ext uri="{BB962C8B-B14F-4D97-AF65-F5344CB8AC3E}">
        <p14:creationId xmlns:p14="http://schemas.microsoft.com/office/powerpoint/2010/main" val="169606286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03409-6D65-453C-A112-4FDED123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16842-2005-4C69-B14E-238EF0A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9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689D-8F97-4A71-8157-25F9A72E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paketleyip test kapılarından geçirerek tekrarlanabilir bir servis olarak teslim edebilirsin.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6C04D-6B92-4EAE-984F-6340DCC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“FastAPI servisini containerize edip CI’da test, evaluation smoke ve image build adımlarını çalıştırıyor; health check ve timeout davranışını gözlemliyorum.”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505C5-AD62-471E-9901-995E427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Güvenlik, maliyet ve production guardrail’leri</a:t>
            </a:r>
          </a:p>
        </p:txBody>
      </p:sp>
    </p:spTree>
    <p:extLst>
      <p:ext uri="{BB962C8B-B14F-4D97-AF65-F5344CB8AC3E}">
        <p14:creationId xmlns:p14="http://schemas.microsoft.com/office/powerpoint/2010/main" val="111211703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5F46-6F58-4519-9819-AA529026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Güvenlik, maliyet ve guardrail’ler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8638D-CD05-4B56-A6FE-42D8946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İyi cevap kadar kontrollü davranış da ürün kalitesidir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C1944-DC48-4D85-8648-BE13957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10 · Input, model, secret ve operasyon sınırları</a:t>
            </a:r>
          </a:p>
        </p:txBody>
      </p:sp>
    </p:spTree>
    <p:extLst>
      <p:ext uri="{BB962C8B-B14F-4D97-AF65-F5344CB8AC3E}">
        <p14:creationId xmlns:p14="http://schemas.microsoft.com/office/powerpoint/2010/main" val="51114120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8E1FC-530C-48A0-9EBD-C7BD0C7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32DB3-16FB-47AD-9B6F-FCD3C59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ChessLens’in saldırı ve hata yüzeyi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55994-E28B-47DB-B24D-4EB3B01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Kullanıcı girdisi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22F7A-76AF-4E85-A121-7F379782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FEN, aşırı uzun metin, beklenmeyen move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7D5C0-DDD8-453D-B831-46B5DEE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süreci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F653E-4A96-49F2-B424-74FCF0E8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Yanlış binary yolu, timeout, process kaynak tüketimi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D35FC-59AC-4045-B36E-0D1B1F8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 çağrısı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27739-9981-4C38-822F-65E44FD2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 injection, uydurma iddia, yüksek token maliyeti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38001-B50C-4ED1-A6E3-EF140CD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API ve loglar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7E28D-3AB9-43A0-AB8D-01100F0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sızıntısı, hassas oyun verisi, sınırsız istek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0F93-B7E4-4515-91E7-9CEF5C4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Risk listesi, hangi sınırda hangi kontrolün çalışacağını görünür kılar.</a:t>
            </a:r>
          </a:p>
        </p:txBody>
      </p:sp>
    </p:spTree>
    <p:extLst>
      <p:ext uri="{BB962C8B-B14F-4D97-AF65-F5344CB8AC3E}">
        <p14:creationId xmlns:p14="http://schemas.microsoft.com/office/powerpoint/2010/main" val="153128089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ECF8-3D4A-4362-8655-F420B9C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4DD39-7AB3-48C8-AB9F-FCA27A2A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Input validation ve prompt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6DC45-AD8B-4030-B357-5DF7831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API katmanı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formatını doğrula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id’yi sınırla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Metin uzunluğunu sınırla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girdisini etiketle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DC03-87DF-4AB8-B0DC-D95D440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sonucunu allowlist yap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metnini talimat sayma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schema içindeki alanları üret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Belirsizlikte fallback kullan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A93E-28D8-43CE-B2DA-53B972A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Prompt, güvenlik sınırı değildir; server-side validation yine gerekir.</a:t>
            </a:r>
          </a:p>
        </p:txBody>
      </p:sp>
    </p:spTree>
    <p:extLst>
      <p:ext uri="{BB962C8B-B14F-4D97-AF65-F5344CB8AC3E}">
        <p14:creationId xmlns:p14="http://schemas.microsoft.com/office/powerpoint/2010/main" val="23517864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C910F-4E15-4D7F-BD87-C316F3F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0E91C-E568-4225-98C9-931E770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ve veri yönetimi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5CA11-DF45-4FAE-93DE-1DCA162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Kod deposu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3BED5-09DB-4A83-BA0D-E1F7ADE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key veya Stockfish path için secret commit etme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7D49-DA43-44C6-A6CE-3E1E8E82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Runtime 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78CE3-8C98-438D-87BD-0EC54FB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Environment variable veya secret store kullan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43238-CAEA-4BC3-974E-64D6F288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Loglar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305DA-913A-42A1-8F0B-BA5B252D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Prompt, token ve oyun verisini gerektiği kadar yaz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251BF-8A3D-4502-BF1E-56DFE8D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80FDB-8B3D-4673-97E8-54F7C5C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Kullanıcıya internal path, stack trace veya secret döndürme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61AAC-720F-409F-A76E-F1B1E681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Minimum ilke: ihtiyaç kadar veri, kısa saklama süresi, açık erişim sınırı.</a:t>
            </a:r>
          </a:p>
        </p:txBody>
      </p:sp>
    </p:spTree>
    <p:extLst>
      <p:ext uri="{BB962C8B-B14F-4D97-AF65-F5344CB8AC3E}">
        <p14:creationId xmlns:p14="http://schemas.microsoft.com/office/powerpoint/2010/main" val="117594730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6AF8-B3F4-4A1B-ADE6-EE1BDE2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2E4D5-2F3B-4696-A153-A1A41D9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Maliyet ve gecikme guardrail’leri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22F13-ABF7-4A74-B7C1-8F50B91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Maliyeti oluşturanlar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token sayısı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sıklığı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analiz süresi</a:t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Tekrar denemeler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Ölçmeden optimize edemeyiz.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53DB2-A763-41EF-8087-24F593FD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İlk kontroller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max token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request timeout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retry limiti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cache adayı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model seçimi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Her kontrol ölçülebilir olmalı.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37641-9965-4E87-98D3-F68AEA3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 en ucuz sistemi kurmak değil, beklenen kaliteyi öngörülebilir maliyetle sunmak.</a:t>
            </a:r>
          </a:p>
        </p:txBody>
      </p:sp>
    </p:spTree>
    <p:extLst>
      <p:ext uri="{BB962C8B-B14F-4D97-AF65-F5344CB8AC3E}">
        <p14:creationId xmlns:p14="http://schemas.microsoft.com/office/powerpoint/2010/main" val="68796230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A8A8A-6F8F-4376-A488-FD52BFC5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21348-AC96-4BA4-9869-0CF3D0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Guardrail matrisi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FD575-38F6-4005-8075-E6F0F80D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0860-089D-4A63-A015-6916DA7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Schema + length limit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47E13-08AC-48CD-AF88-5EB96A0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400 hatası / güvenli ret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76C0B-294C-422A-BE89-1B46A35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34980-A6A6-46E0-8A9D-40982AC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 + process cleanup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BEF19-34CC-4B0F-9D93-8A9FC4F9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145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+ teknik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64897-3D0C-40CE-BCB0-94EA5B4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D167A-1B02-4B01-8060-17DB8DE3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+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D2D5F-B158-4215-9B57-602BAEE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575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Deterministic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0016D-8734-43E1-8FD3-54A98EC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8C570-9FD5-46EB-9FB1-4B6974B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004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Token + request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5F182-3003-4221-BA07-F705899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00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Rate limit / degrade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D7230-1B19-4ACA-AC6E-97BE2E6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92F21-E3D5-48D4-BBDB-FEE5F39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434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redaction + retention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CE7EE-0023-4357-954B-847CE0D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34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Erişimi kes / silme akışı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BCC9B-6F47-4F99-997E-D216072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Guardrail, risk ile kullanıcıya görünen hata davranışı arasındaki bağlantıdır.</a:t>
            </a:r>
          </a:p>
        </p:txBody>
      </p:sp>
    </p:spTree>
    <p:extLst>
      <p:ext uri="{BB962C8B-B14F-4D97-AF65-F5344CB8AC3E}">
        <p14:creationId xmlns:p14="http://schemas.microsoft.com/office/powerpoint/2010/main" val="150216535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6A84A-4751-47CF-89A2-FE6AEED7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713F2-5E1D-4AA5-9CD3-5853E2EA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10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5E395-98C1-4ABD-817C-594003F1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akışını yalnızca doğru cevap açısından değil, güvenlik, maliyet ve hata davranışı açısından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747DE-5A2C-4C71-A915-F21D34B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“Input’u schema ile sınırlandırıyor, engine ve LLM timeout’larında güvenli fallback kullanıyor; token, latency ve hata oranını izleyerek guardrail’leri test ediyorum.”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D48CA-8A22-477C-B3FF-6AA01FB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ChessLens MVP’yi uçtan uca birleştirmek</a:t>
            </a:r>
          </a:p>
        </p:txBody>
      </p:sp>
    </p:spTree>
    <p:extLst>
      <p:ext uri="{BB962C8B-B14F-4D97-AF65-F5344CB8AC3E}">
        <p14:creationId xmlns:p14="http://schemas.microsoft.com/office/powerpoint/2010/main" val="24412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2026-09-21T18:29:51.0170000Z</dcterms:created>
  <dcterms:modified xsi:type="dcterms:W3CDTF">2026-09-21T18:29:51.0170000Z</dcterms:modified>
</coreProperties>
</file>